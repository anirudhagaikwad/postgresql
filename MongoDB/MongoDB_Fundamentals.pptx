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D64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548640"/>
            <a:ext cx="1645920" cy="1645920"/>
          </a:xfrm>
          <a:prstGeom prst="ellipse">
            <a:avLst/>
          </a:prstGeom>
          <a:solidFill>
            <a:srgbClr val="00ED6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132320" y="5486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🍃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Guide: MongoDB, Atlas, Compass &amp; CRUD Operations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3108960"/>
            <a:ext cx="1600200" cy="411480"/>
          </a:xfrm>
          <a:prstGeom prst="roundRect">
            <a:avLst>
              <a:gd name="adj" fmla="val 22222"/>
            </a:avLst>
          </a:prstGeom>
          <a:solidFill>
            <a:srgbClr val="13AA52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31089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MongoDB &amp; mongod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57400" y="3108960"/>
            <a:ext cx="1600200" cy="411480"/>
          </a:xfrm>
          <a:prstGeom prst="roundRect">
            <a:avLst>
              <a:gd name="adj" fmla="val 22222"/>
            </a:avLst>
          </a:prstGeom>
          <a:solidFill>
            <a:srgbClr val="13AA52"/>
          </a:solidFill>
          <a:ln/>
        </p:spPr>
      </p:sp>
      <p:sp>
        <p:nvSpPr>
          <p:cNvPr id="11" name="Text 9"/>
          <p:cNvSpPr/>
          <p:nvPr/>
        </p:nvSpPr>
        <p:spPr>
          <a:xfrm>
            <a:off x="2057400" y="31089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Atlas &amp; Compass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94760" y="3108960"/>
            <a:ext cx="1600200" cy="411480"/>
          </a:xfrm>
          <a:prstGeom prst="roundRect">
            <a:avLst>
              <a:gd name="adj" fmla="val 22222"/>
            </a:avLst>
          </a:prstGeom>
          <a:solidFill>
            <a:srgbClr val="13AA52"/>
          </a:solidFill>
          <a:ln/>
        </p:spPr>
      </p:sp>
      <p:sp>
        <p:nvSpPr>
          <p:cNvPr id="13" name="Text 11"/>
          <p:cNvSpPr/>
          <p:nvPr/>
        </p:nvSpPr>
        <p:spPr>
          <a:xfrm>
            <a:off x="3794760" y="31089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Installation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32120" y="3108960"/>
            <a:ext cx="1600200" cy="411480"/>
          </a:xfrm>
          <a:prstGeom prst="roundRect">
            <a:avLst>
              <a:gd name="adj" fmla="val 22222"/>
            </a:avLst>
          </a:prstGeom>
          <a:solidFill>
            <a:srgbClr val="13AA52"/>
          </a:solidFill>
          <a:ln/>
        </p:spPr>
      </p:sp>
      <p:sp>
        <p:nvSpPr>
          <p:cNvPr id="15" name="Text 13"/>
          <p:cNvSpPr/>
          <p:nvPr/>
        </p:nvSpPr>
        <p:spPr>
          <a:xfrm>
            <a:off x="5532120" y="31089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CRUD Operations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69480" y="3108960"/>
            <a:ext cx="1600200" cy="411480"/>
          </a:xfrm>
          <a:prstGeom prst="roundRect">
            <a:avLst>
              <a:gd name="adj" fmla="val 22222"/>
            </a:avLst>
          </a:prstGeom>
          <a:solidFill>
            <a:srgbClr val="13AA52"/>
          </a:solidFill>
          <a:ln/>
        </p:spPr>
      </p:sp>
      <p:sp>
        <p:nvSpPr>
          <p:cNvPr id="17" name="Text 15"/>
          <p:cNvSpPr/>
          <p:nvPr/>
        </p:nvSpPr>
        <p:spPr>
          <a:xfrm>
            <a:off x="7269480" y="31089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Sort &amp; Update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840480"/>
            <a:ext cx="8503920" cy="1829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9319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Based on MongoDB Fundamentals Video Tutorial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1E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MongoDB &amp; mongod?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56616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3931920" cy="73152"/>
          </a:xfrm>
          <a:prstGeom prst="rect">
            <a:avLst/>
          </a:prstGeom>
          <a:solidFill>
            <a:srgbClr val="00ED6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🍃  MongoDB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NoSQL document database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data as JSON-like BSON documents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Schema-less (flexible data structure)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Horizontally scalable — great for large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replace SQL tables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replace SQL rows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297680" cy="356616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914400"/>
            <a:ext cx="429768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mongod (The Daemon)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63440" y="1554480"/>
            <a:ext cx="4114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 = MongoDB Daemon (background process)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PRIMARY database process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all data requests &amp; management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Listens on port 27017 by default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running before connecting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via terminal: mongod command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1E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&amp; Compass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6576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3931920" cy="73152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7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MongoDB Atlas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 cloud database service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MongoDB in AWS, Azure, or GCP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server setup required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M0 tier available for learning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Auto-scaling, backups &amp; monitoring built-in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via browser — no install needed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cluster → whitelist IP → connect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297680" cy="36576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914400"/>
            <a:ext cx="4297680" cy="73152"/>
          </a:xfrm>
          <a:prstGeom prst="rect">
            <a:avLst/>
          </a:prstGeom>
          <a:solidFill>
            <a:srgbClr val="00ED64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 MongoDB Compass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63440" y="155448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GUI (Graphical User Interface)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tool — no command-line needed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databases &amp; collections visually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run queries with query bar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CSV/JSON files easily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pipeline builder included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local or Atlas deployments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1E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MongoDB Community Server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57200" cy="45720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868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868680"/>
            <a:ext cx="8046720" cy="658368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9052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mongodb.com/try/download/community → Select your OS (Windows/Mac/Linux) → Download .msi or .tgz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673352"/>
            <a:ext cx="457200" cy="45720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1673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1673352"/>
            <a:ext cx="8046720" cy="658368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7099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19476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installer → Choose 'Complete' installation → Install MongoDB as a Service (recommended)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478024"/>
            <a:ext cx="457200" cy="45720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" y="2478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2478024"/>
            <a:ext cx="8046720" cy="658368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2514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mongosh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7523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MongoDB Shell (mongosh) separately from mongodb.com/try/download/shell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3282696"/>
            <a:ext cx="457200" cy="45720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" y="3282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" y="3282696"/>
            <a:ext cx="8046720" cy="658368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33192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Installation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55701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terminal → Type: mongod --version and mongosh --version to confirm success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4087368"/>
            <a:ext cx="457200" cy="45720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" y="4087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" y="4087368"/>
            <a:ext cx="8046720" cy="658368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4400" y="41239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Database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36168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mongod (starts the daemon) → Then: mongosh (opens the shell to interact)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1E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 &amp; Collections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Create a Database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8595360" cy="68580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34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myDatabase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99339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MongoDB creates the DB automatically when you first insert data into 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&lt;dbName&gt; switches to (or creates) the database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 dbs — lists all databases  |  db — shows current database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6974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Create a Collection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3108960"/>
            <a:ext cx="8595360" cy="91440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154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Method 1 — Explicit creation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db.createCollection(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"users"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Method 2 — Auto-created on first insert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db.users.insertOne({ name: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"Alice"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1148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 collections — lists all collections in current DB  |  Collections = tables in SQL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1E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Data — Single &amp; Multiple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insertOne() — Insert a Single Document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10515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3444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db.users.insertOne({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"Alice",  age: 25,  city: "Mumbai"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377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insertMany() — Insert Multiple Documents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743200"/>
            <a:ext cx="8595360" cy="201168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78892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db.users.insertMany([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name: "Alice", age: 25, city: "Mumbai" 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name: "Bob",   age: 30, city: "Delhi"  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name: "Carol", age: 22, city: "Pune"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4828032"/>
            <a:ext cx="8595360" cy="256032"/>
          </a:xfrm>
          <a:prstGeom prst="roundRect">
            <a:avLst>
              <a:gd name="adj" fmla="val 17857"/>
            </a:avLst>
          </a:prstGeom>
          <a:solidFill>
            <a:srgbClr val="1A2535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MongoDB auto-generates a unique _id field for every document inserted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1E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— Querying Documents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all documents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42416"/>
            <a:ext cx="859536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4241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db.users.find()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51790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with filter (exact match)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755648"/>
            <a:ext cx="859536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556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db.users.find({ city: "Mumbai" })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231136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document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468880"/>
            <a:ext cx="859536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68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db.users.findOne({ name: "Alice" })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294436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182112"/>
            <a:ext cx="859536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8211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db.users.find({ age: { $gt: 20, $lt: 30 } })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3657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AND / 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895344"/>
            <a:ext cx="859536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89534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db.users.find({ $or: [{ city: "Delhi" }, { age: 25 }] })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437083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(select fields)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608576"/>
            <a:ext cx="859536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60857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db.users.find({}, { name: 1, city: 1, _id: 0 })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3AA52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8280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Operators: $eq  $ne  $gt  $gte  $lt  $lte  $in  $nin  $and  $or  $not  $nor  $exists  $type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1E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Sort, Limit &amp; Skip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ascending (1)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42416"/>
            <a:ext cx="859536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4241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db.users.find().sort({ age: 1 })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51790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descending (-1)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755648"/>
            <a:ext cx="859536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556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db.users.find().sort({ age: -1 })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231136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multiple fields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468880"/>
            <a:ext cx="859536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68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db.users.find().sort({ city: 1, age: -1 })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294436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results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182112"/>
            <a:ext cx="859536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8211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db.users.find().limit(5)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3657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documents (pagination)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895344"/>
            <a:ext cx="859536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89534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db.users.find().skip(10).limit(5)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437083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+ Limit combined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608576"/>
            <a:ext cx="859536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60857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db.users.find({ city: "Mumbai" }).sort({ age: -1 }).limit(3)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8280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sort(1) = Ascending (A→Z, 0→9)   |   sort(-1) = Descending (Z→A, 9→0)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1E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Operations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updateOne() — Update first matching document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8595360" cy="10058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db.users.updateOne(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name: "Alice"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$set: { age: 26 }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2402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updateMany() — Update all matching documents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532888"/>
            <a:ext cx="8595360" cy="10058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56032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db.users.updateMany(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city: "Mumbai"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$set: { status: "active" }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3657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replaceOne() — Replace entire document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950208"/>
            <a:ext cx="8595360" cy="10058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97764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db.users.replaceOne(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name: "Bob"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name: "Bob", age: 31, city: "Goa"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3AA52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48006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Operators: $set  $unset  $inc  $mul  $rename  $push  $pull  $addToSet  $pop  $min  $max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1E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Cheat Sheet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4206240"/>
        </p:xfrm>
        <a:graphic>
          <a:graphicData uri="http://schemas.openxmlformats.org/drawingml/2006/table">
            <a:tbl>
              <a:tblPr/>
              <a:tblGrid>
                <a:gridCol w="4114800"/>
                <a:gridCol w="4480560"/>
              </a:tblGrid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117"/>
                          </a:solidFill>
                        </a:rPr>
                        <a:t>Command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117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D64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ED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 myDB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7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5C9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/ create database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720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ED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show dbs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5C9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all databases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ED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db.createCollection('x')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7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5C9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collection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720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ED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db.x.insertOne({...})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5C9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one document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ED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db.x.insertMany([...])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7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5C9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many documents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720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ED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db.x.find()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5C9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all documents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ED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db.x.find({ key: val })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7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5C9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with filter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720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ED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db.x.find().sort({k:1})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5C9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ascending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ED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db.x.find().sort({k:-1})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7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5C9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descending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720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ED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db.x.find().limit(n)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5C9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 results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ED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db.x.updateOne({f},{$set:{}})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7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5C9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one document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720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ED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db.x.updateMany({f},{$set:{}})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5C9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many documents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ED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db.x.deleteOne({filter})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7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5C9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one document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720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ED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db.x.deleteMany({filter})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5C9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many documents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MongoDB Fundamentals</dc:title>
  <dc:subject>PptxGenJS Presentation</dc:subject>
  <dc:creator>PptxGenJS</dc:creator>
  <cp:lastModifiedBy>PptxGenJS</cp:lastModifiedBy>
  <cp:revision>1</cp:revision>
  <dcterms:created xsi:type="dcterms:W3CDTF">2026-03-27T03:27:40Z</dcterms:created>
  <dcterms:modified xsi:type="dcterms:W3CDTF">2026-03-27T03:27:40Z</dcterms:modified>
</cp:coreProperties>
</file>