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4"/>
  </p:notesMasterIdLst>
  <p:handoutMasterIdLst>
    <p:handoutMasterId r:id="rId25"/>
  </p:handoutMasterIdLst>
  <p:sldIdLst>
    <p:sldId id="256" r:id="rId5"/>
    <p:sldId id="258" r:id="rId6"/>
    <p:sldId id="268" r:id="rId7"/>
    <p:sldId id="269" r:id="rId8"/>
    <p:sldId id="271" r:id="rId9"/>
    <p:sldId id="276" r:id="rId10"/>
    <p:sldId id="279" r:id="rId11"/>
    <p:sldId id="280" r:id="rId12"/>
    <p:sldId id="281" r:id="rId13"/>
    <p:sldId id="282" r:id="rId14"/>
    <p:sldId id="260" r:id="rId15"/>
    <p:sldId id="261" r:id="rId16"/>
    <p:sldId id="272" r:id="rId17"/>
    <p:sldId id="273" r:id="rId18"/>
    <p:sldId id="274" r:id="rId19"/>
    <p:sldId id="275" r:id="rId20"/>
    <p:sldId id="283" r:id="rId21"/>
    <p:sldId id="284" r:id="rId22"/>
    <p:sldId id="259" r:id="rId23"/>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3"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492" autoAdjust="0"/>
  </p:normalViewPr>
  <p:slideViewPr>
    <p:cSldViewPr>
      <p:cViewPr varScale="1">
        <p:scale>
          <a:sx n="48" d="100"/>
          <a:sy n="48" d="100"/>
        </p:scale>
        <p:origin x="82" y="806"/>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1986"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05E03B7-B591-4A2A-B695-014C5A39F13E}" type="datetimeFigureOut">
              <a:rPr lang="en-US"/>
              <a:t>02-Jul-2025</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8E322BB-75AD-4A1E-9661-2724167329F0}" type="slidenum">
              <a:rPr/>
              <a:t>‹#›</a:t>
            </a:fld>
            <a:endParaRPr/>
          </a:p>
        </p:txBody>
      </p:sp>
    </p:spTree>
    <p:extLst>
      <p:ext uri="{BB962C8B-B14F-4D97-AF65-F5344CB8AC3E}">
        <p14:creationId xmlns:p14="http://schemas.microsoft.com/office/powerpoint/2010/main" val="2512705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7DFBD7B-E4FB-4AA8-9540-FD148073ACB3}" type="datetimeFigureOut">
              <a:rPr lang="en-US"/>
              <a:t>02-Jul-2025</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045B7DE-1198-4F2F-B574-CA8CAE341642}" type="slidenum">
              <a:rPr/>
              <a:t>‹#›</a:t>
            </a:fld>
            <a:endParaRPr/>
          </a:p>
        </p:txBody>
      </p:sp>
    </p:spTree>
    <p:extLst>
      <p:ext uri="{BB962C8B-B14F-4D97-AF65-F5344CB8AC3E}">
        <p14:creationId xmlns:p14="http://schemas.microsoft.com/office/powerpoint/2010/main" val="188231245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7" name="squares"/>
          <p:cNvGrpSpPr/>
          <p:nvPr/>
        </p:nvGrpSpPr>
        <p:grpSpPr>
          <a:xfrm>
            <a:off x="0" y="1135743"/>
            <a:ext cx="1622332" cy="799981"/>
            <a:chOff x="0" y="452558"/>
            <a:chExt cx="914400" cy="524182"/>
          </a:xfrm>
        </p:grpSpPr>
        <p:sp>
          <p:nvSpPr>
            <p:cNvPr id="8" name="Rounded Rectangle 7"/>
            <p:cNvSpPr/>
            <p:nvPr/>
          </p:nvSpPr>
          <p:spPr>
            <a:xfrm>
              <a:off x="591671" y="452558"/>
              <a:ext cx="322729" cy="52418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ounded Rectangle 8"/>
            <p:cNvSpPr/>
            <p:nvPr/>
          </p:nvSpPr>
          <p:spPr>
            <a:xfrm>
              <a:off x="215154" y="452558"/>
              <a:ext cx="322729" cy="52418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ound Same Side Corner Rectangle 9"/>
            <p:cNvSpPr/>
            <p:nvPr/>
          </p:nvSpPr>
          <p:spPr>
            <a:xfrm rot="5400000">
              <a:off x="-181408" y="633966"/>
              <a:ext cx="524182" cy="161366"/>
            </a:xfrm>
            <a:prstGeom prst="round2SameRect">
              <a:avLst>
                <a:gd name="adj1" fmla="val 291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1828324" y="362396"/>
            <a:ext cx="9141619" cy="1676400"/>
          </a:xfrm>
        </p:spPr>
        <p:txBody>
          <a:bodyPr>
            <a:noAutofit/>
          </a:bodyPr>
          <a:lstStyle>
            <a:lvl1pPr>
              <a:lnSpc>
                <a:spcPct val="80000"/>
              </a:lnSpc>
              <a:defRPr sz="6000"/>
            </a:lvl1pPr>
          </a:lstStyle>
          <a:p>
            <a:r>
              <a:rPr lang="en-US"/>
              <a:t>Click to edit Master title style</a:t>
            </a:r>
            <a:endParaRPr/>
          </a:p>
        </p:txBody>
      </p:sp>
      <p:sp>
        <p:nvSpPr>
          <p:cNvPr id="3" name="Subtitle 2"/>
          <p:cNvSpPr>
            <a:spLocks noGrp="1"/>
          </p:cNvSpPr>
          <p:nvPr>
            <p:ph type="subTitle" idx="1"/>
          </p:nvPr>
        </p:nvSpPr>
        <p:spPr>
          <a:xfrm>
            <a:off x="1828324" y="2089595"/>
            <a:ext cx="9141619" cy="886344"/>
          </a:xfrm>
        </p:spPr>
        <p:txBody>
          <a:bodyPr>
            <a:normAutofit/>
          </a:bodyPr>
          <a:lstStyle>
            <a:lvl1pPr marL="0" indent="0" algn="l">
              <a:buNone/>
              <a:defRPr sz="2800">
                <a:solidFill>
                  <a:schemeClr val="accent1">
                    <a:lumMod val="75000"/>
                  </a:schemeClr>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A7209051-6E81-43E8-9099-FF6A0C3DCFE8}" type="datetime1">
              <a:rPr lang="en-US"/>
              <a:t>02-Jul-2025</a:t>
            </a:fld>
            <a:endParaRPr/>
          </a:p>
        </p:txBody>
      </p:sp>
      <p:sp>
        <p:nvSpPr>
          <p:cNvPr id="6" name="Slide Number Placeholder 5"/>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3887510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0CC3EA6D-DF0B-4D4B-B359-5F1D1D0E30A4}" type="datetime1">
              <a:rPr lang="en-US"/>
              <a:t>02-Jul-2025</a:t>
            </a:fld>
            <a:endParaRPr/>
          </a:p>
        </p:txBody>
      </p:sp>
      <p:sp>
        <p:nvSpPr>
          <p:cNvPr id="6" name="Slide Number Placeholder 5"/>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3435150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squares"/>
          <p:cNvGrpSpPr/>
          <p:nvPr/>
        </p:nvGrpSpPr>
        <p:grpSpPr>
          <a:xfrm>
            <a:off x="0" y="3124415"/>
            <a:ext cx="1622332" cy="805061"/>
            <a:chOff x="0" y="2343311"/>
            <a:chExt cx="1217066" cy="603796"/>
          </a:xfrm>
        </p:grpSpPr>
        <p:sp>
          <p:nvSpPr>
            <p:cNvPr id="8" name="Rounded Rectangle 7"/>
            <p:cNvSpPr/>
            <p:nvPr/>
          </p:nvSpPr>
          <p:spPr>
            <a:xfrm>
              <a:off x="787514" y="2347123"/>
              <a:ext cx="429552" cy="59998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ounded Rectangle 8"/>
            <p:cNvSpPr/>
            <p:nvPr/>
          </p:nvSpPr>
          <p:spPr>
            <a:xfrm>
              <a:off x="286370" y="2347123"/>
              <a:ext cx="429552" cy="59998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ound Same Side Corner Rectangle 9"/>
            <p:cNvSpPr/>
            <p:nvPr/>
          </p:nvSpPr>
          <p:spPr>
            <a:xfrm rot="5400000">
              <a:off x="-192604" y="2535915"/>
              <a:ext cx="599986" cy="214778"/>
            </a:xfrm>
            <a:prstGeom prst="round2SameRect">
              <a:avLst>
                <a:gd name="adj1" fmla="val 291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19" name="bottom graphic"/>
          <p:cNvGrpSpPr/>
          <p:nvPr/>
        </p:nvGrpSpPr>
        <p:grpSpPr>
          <a:xfrm>
            <a:off x="0" y="5409216"/>
            <a:ext cx="12188825" cy="1462483"/>
            <a:chOff x="0" y="4056912"/>
            <a:chExt cx="9144000" cy="1096862"/>
          </a:xfrm>
        </p:grpSpPr>
        <p:sp>
          <p:nvSpPr>
            <p:cNvPr id="20" name="Freeform 19"/>
            <p:cNvSpPr/>
            <p:nvPr/>
          </p:nvSpPr>
          <p:spPr bwMode="ltGray">
            <a:xfrm rot="5400000">
              <a:off x="4119794" y="119293"/>
              <a:ext cx="904412" cy="9144000"/>
            </a:xfrm>
            <a:custGeom>
              <a:avLst/>
              <a:gdLst/>
              <a:ahLst/>
              <a:cxnLst/>
              <a:rect l="l" t="t" r="r" b="b"/>
              <a:pathLst>
                <a:path w="904412" h="9144000">
                  <a:moveTo>
                    <a:pt x="0" y="0"/>
                  </a:moveTo>
                  <a:lnTo>
                    <a:pt x="904412" y="0"/>
                  </a:lnTo>
                  <a:lnTo>
                    <a:pt x="904412" y="9144000"/>
                  </a:lnTo>
                  <a:lnTo>
                    <a:pt x="391235" y="9144000"/>
                  </a:lnTo>
                  <a:cubicBezTo>
                    <a:pt x="445385" y="6730684"/>
                    <a:pt x="250230" y="1995757"/>
                    <a:pt x="0" y="0"/>
                  </a:cubicBezTo>
                  <a:close/>
                </a:path>
              </a:pathLst>
            </a:custGeom>
            <a:solidFill>
              <a:schemeClr val="tx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Rectangle 72"/>
            <p:cNvSpPr/>
            <p:nvPr/>
          </p:nvSpPr>
          <p:spPr bwMode="ltGray">
            <a:xfrm rot="5400000">
              <a:off x="4023569" y="33343"/>
              <a:ext cx="1096862" cy="9144000"/>
            </a:xfrm>
            <a:custGeom>
              <a:avLst/>
              <a:gdLst/>
              <a:ahLst/>
              <a:cxnLst/>
              <a:rect l="l" t="t" r="r" b="b"/>
              <a:pathLst>
                <a:path w="1096862" h="9144000">
                  <a:moveTo>
                    <a:pt x="1096861" y="9136375"/>
                  </a:moveTo>
                  <a:lnTo>
                    <a:pt x="1096861" y="0"/>
                  </a:lnTo>
                  <a:lnTo>
                    <a:pt x="1096862" y="0"/>
                  </a:lnTo>
                  <a:lnTo>
                    <a:pt x="1096862" y="9136375"/>
                  </a:lnTo>
                  <a:close/>
                  <a:moveTo>
                    <a:pt x="0" y="0"/>
                  </a:moveTo>
                  <a:lnTo>
                    <a:pt x="142171" y="0"/>
                  </a:lnTo>
                  <a:cubicBezTo>
                    <a:pt x="214017" y="532804"/>
                    <a:pt x="281641" y="1260834"/>
                    <a:pt x="340913" y="2087809"/>
                  </a:cubicBezTo>
                  <a:cubicBezTo>
                    <a:pt x="492781" y="4358443"/>
                    <a:pt x="587048" y="7374964"/>
                    <a:pt x="547354" y="9144000"/>
                  </a:cubicBezTo>
                  <a:lnTo>
                    <a:pt x="452132" y="9144000"/>
                  </a:lnTo>
                  <a:cubicBezTo>
                    <a:pt x="484963" y="4670358"/>
                    <a:pt x="240277" y="2482661"/>
                    <a:pt x="0" y="0"/>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Title 1"/>
          <p:cNvSpPr>
            <a:spLocks noGrp="1"/>
          </p:cNvSpPr>
          <p:nvPr>
            <p:ph type="title"/>
          </p:nvPr>
        </p:nvSpPr>
        <p:spPr>
          <a:xfrm>
            <a:off x="1828324" y="1932518"/>
            <a:ext cx="9141619" cy="2105367"/>
          </a:xfrm>
        </p:spPr>
        <p:txBody>
          <a:bodyPr anchor="b">
            <a:normAutofit/>
          </a:bodyPr>
          <a:lstStyle>
            <a:lvl1pPr algn="l">
              <a:defRPr sz="6000" b="0" cap="none" baseline="0"/>
            </a:lvl1pPr>
          </a:lstStyle>
          <a:p>
            <a:r>
              <a:rPr lang="en-US"/>
              <a:t>Click to edit Master title style</a:t>
            </a:r>
            <a:endParaRPr/>
          </a:p>
        </p:txBody>
      </p:sp>
      <p:sp>
        <p:nvSpPr>
          <p:cNvPr id="3" name="Text Placeholder 2"/>
          <p:cNvSpPr>
            <a:spLocks noGrp="1"/>
          </p:cNvSpPr>
          <p:nvPr>
            <p:ph type="body" idx="1"/>
          </p:nvPr>
        </p:nvSpPr>
        <p:spPr>
          <a:xfrm>
            <a:off x="1828324" y="4084264"/>
            <a:ext cx="9141619" cy="933297"/>
          </a:xfrm>
        </p:spPr>
        <p:txBody>
          <a:bodyPr anchor="t">
            <a:normAutofit/>
          </a:bodyPr>
          <a:lstStyle>
            <a:lvl1pPr marL="0" indent="0">
              <a:buNone/>
              <a:defRPr sz="2800">
                <a:solidFill>
                  <a:schemeClr val="accent1">
                    <a:lumMod val="75000"/>
                  </a:schemeClr>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Edit Master text styles</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977EDB99-15BC-4479-BAC5-1E502E66917A}" type="datetime1">
              <a:rPr lang="en-US"/>
              <a:t>02-Jul-2025</a:t>
            </a:fld>
            <a:endParaRPr/>
          </a:p>
        </p:txBody>
      </p:sp>
      <p:sp>
        <p:nvSpPr>
          <p:cNvPr id="6" name="Slide Number Placeholder 5"/>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1435693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41412" y="152400"/>
            <a:ext cx="9751060" cy="1295400"/>
          </a:xfrm>
        </p:spPr>
        <p:txBody>
          <a:bodyPr/>
          <a:lstStyle/>
          <a:p>
            <a:r>
              <a:rPr lang="en-US"/>
              <a:t>Click to edit Master title style</a:t>
            </a:r>
            <a:endParaRPr/>
          </a:p>
        </p:txBody>
      </p:sp>
      <p:sp>
        <p:nvSpPr>
          <p:cNvPr id="3" name="Content Placeholder 2"/>
          <p:cNvSpPr>
            <a:spLocks noGrp="1"/>
          </p:cNvSpPr>
          <p:nvPr>
            <p:ph sz="half" idx="1"/>
          </p:nvPr>
        </p:nvSpPr>
        <p:spPr>
          <a:xfrm>
            <a:off x="1141412" y="1600200"/>
            <a:ext cx="4875530" cy="4572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094412" y="1600200"/>
            <a:ext cx="4875530" cy="4572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4067C2A3-CD19-48AB-9F64-ECCF75182EDD}" type="datetime1">
              <a:rPr lang="en-US"/>
              <a:t>02-Jul-2025</a:t>
            </a:fld>
            <a:endParaRPr/>
          </a:p>
        </p:txBody>
      </p:sp>
      <p:sp>
        <p:nvSpPr>
          <p:cNvPr id="7" name="Slide Number Placeholder 6"/>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129779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2" y="152400"/>
            <a:ext cx="9751060" cy="12954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141412" y="1524000"/>
            <a:ext cx="4875530" cy="816429"/>
          </a:xfrm>
        </p:spPr>
        <p:txBody>
          <a:bodyPr anchor="ctr">
            <a:normAutofit/>
          </a:bodyPr>
          <a:lstStyle>
            <a:lvl1pPr marL="0" indent="0">
              <a:buNone/>
              <a:defRPr sz="2800" b="0">
                <a:solidFill>
                  <a:schemeClr val="accent1">
                    <a:lumMod val="75000"/>
                  </a:schemeClr>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Edit Master text styles</a:t>
            </a:r>
          </a:p>
        </p:txBody>
      </p:sp>
      <p:sp>
        <p:nvSpPr>
          <p:cNvPr id="4" name="Content Placeholder 3"/>
          <p:cNvSpPr>
            <a:spLocks noGrp="1"/>
          </p:cNvSpPr>
          <p:nvPr>
            <p:ph sz="half" idx="2"/>
          </p:nvPr>
        </p:nvSpPr>
        <p:spPr>
          <a:xfrm>
            <a:off x="1141412" y="2413000"/>
            <a:ext cx="4875530" cy="3759199"/>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094412" y="1524000"/>
            <a:ext cx="4875530" cy="816429"/>
          </a:xfrm>
        </p:spPr>
        <p:txBody>
          <a:bodyPr anchor="ctr">
            <a:normAutofit/>
          </a:bodyPr>
          <a:lstStyle>
            <a:lvl1pPr marL="0" indent="0">
              <a:buNone/>
              <a:defRPr sz="2800" b="0">
                <a:solidFill>
                  <a:schemeClr val="accent1">
                    <a:lumMod val="75000"/>
                  </a:schemeClr>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Edit Master text styles</a:t>
            </a:r>
          </a:p>
        </p:txBody>
      </p:sp>
      <p:sp>
        <p:nvSpPr>
          <p:cNvPr id="6" name="Content Placeholder 5"/>
          <p:cNvSpPr>
            <a:spLocks noGrp="1"/>
          </p:cNvSpPr>
          <p:nvPr>
            <p:ph sz="quarter" idx="4"/>
          </p:nvPr>
        </p:nvSpPr>
        <p:spPr>
          <a:xfrm>
            <a:off x="6094412" y="2413000"/>
            <a:ext cx="4875530" cy="3759199"/>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0363E8C1-7C87-4705-AB97-8CD17D208E3F}" type="datetime1">
              <a:rPr lang="en-US"/>
              <a:t>02-Jul-2025</a:t>
            </a:fld>
            <a:endParaRPr/>
          </a:p>
        </p:txBody>
      </p:sp>
      <p:sp>
        <p:nvSpPr>
          <p:cNvPr id="9" name="Slide Number Placeholder 8"/>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487039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E20C624E-DF92-4841-B9B9-DD11AA239B85}" type="datetime1">
              <a:rPr lang="en-US"/>
              <a:t>02-Jul-2025</a:t>
            </a:fld>
            <a:endParaRPr/>
          </a:p>
        </p:txBody>
      </p:sp>
      <p:sp>
        <p:nvSpPr>
          <p:cNvPr id="5" name="Slide Number Placeholder 4"/>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96903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8" name="bottom graphic"/>
          <p:cNvGrpSpPr/>
          <p:nvPr/>
        </p:nvGrpSpPr>
        <p:grpSpPr>
          <a:xfrm>
            <a:off x="0" y="5409216"/>
            <a:ext cx="12188825" cy="1462483"/>
            <a:chOff x="0" y="4056912"/>
            <a:chExt cx="9144000" cy="1096862"/>
          </a:xfrm>
        </p:grpSpPr>
        <p:sp>
          <p:nvSpPr>
            <p:cNvPr id="9" name="Freeform 8"/>
            <p:cNvSpPr/>
            <p:nvPr/>
          </p:nvSpPr>
          <p:spPr bwMode="ltGray">
            <a:xfrm rot="5400000">
              <a:off x="4119794" y="119293"/>
              <a:ext cx="904412" cy="9144000"/>
            </a:xfrm>
            <a:custGeom>
              <a:avLst/>
              <a:gdLst/>
              <a:ahLst/>
              <a:cxnLst/>
              <a:rect l="l" t="t" r="r" b="b"/>
              <a:pathLst>
                <a:path w="904412" h="9144000">
                  <a:moveTo>
                    <a:pt x="0" y="0"/>
                  </a:moveTo>
                  <a:lnTo>
                    <a:pt x="904412" y="0"/>
                  </a:lnTo>
                  <a:lnTo>
                    <a:pt x="904412" y="9144000"/>
                  </a:lnTo>
                  <a:lnTo>
                    <a:pt x="391235" y="9144000"/>
                  </a:lnTo>
                  <a:cubicBezTo>
                    <a:pt x="445385" y="6730684"/>
                    <a:pt x="250230" y="1995757"/>
                    <a:pt x="0" y="0"/>
                  </a:cubicBezTo>
                  <a:close/>
                </a:path>
              </a:pathLst>
            </a:custGeom>
            <a:solidFill>
              <a:schemeClr val="tx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72"/>
            <p:cNvSpPr/>
            <p:nvPr/>
          </p:nvSpPr>
          <p:spPr bwMode="ltGray">
            <a:xfrm rot="5400000">
              <a:off x="4023569" y="33343"/>
              <a:ext cx="1096862" cy="9144000"/>
            </a:xfrm>
            <a:custGeom>
              <a:avLst/>
              <a:gdLst/>
              <a:ahLst/>
              <a:cxnLst/>
              <a:rect l="l" t="t" r="r" b="b"/>
              <a:pathLst>
                <a:path w="1096862" h="9144000">
                  <a:moveTo>
                    <a:pt x="1096861" y="9136375"/>
                  </a:moveTo>
                  <a:lnTo>
                    <a:pt x="1096861" y="0"/>
                  </a:lnTo>
                  <a:lnTo>
                    <a:pt x="1096862" y="0"/>
                  </a:lnTo>
                  <a:lnTo>
                    <a:pt x="1096862" y="9136375"/>
                  </a:lnTo>
                  <a:close/>
                  <a:moveTo>
                    <a:pt x="0" y="0"/>
                  </a:moveTo>
                  <a:lnTo>
                    <a:pt x="142171" y="0"/>
                  </a:lnTo>
                  <a:cubicBezTo>
                    <a:pt x="214017" y="532804"/>
                    <a:pt x="281641" y="1260834"/>
                    <a:pt x="340913" y="2087809"/>
                  </a:cubicBezTo>
                  <a:cubicBezTo>
                    <a:pt x="492781" y="4358443"/>
                    <a:pt x="587048" y="7374964"/>
                    <a:pt x="547354" y="9144000"/>
                  </a:cubicBezTo>
                  <a:lnTo>
                    <a:pt x="452132" y="9144000"/>
                  </a:lnTo>
                  <a:cubicBezTo>
                    <a:pt x="484963" y="4670358"/>
                    <a:pt x="240277" y="2482661"/>
                    <a:pt x="0" y="0"/>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3" name="Footer Placeholder 2"/>
          <p:cNvSpPr>
            <a:spLocks noGrp="1"/>
          </p:cNvSpPr>
          <p:nvPr>
            <p:ph type="ftr" sz="quarter" idx="11"/>
          </p:nvPr>
        </p:nvSpPr>
        <p:spPr/>
        <p:txBody>
          <a:bodyPr/>
          <a:lstStyle/>
          <a:p>
            <a:r>
              <a:rPr lang="en-US" dirty="0"/>
              <a:t>Add a footer</a:t>
            </a:r>
          </a:p>
        </p:txBody>
      </p:sp>
      <p:sp>
        <p:nvSpPr>
          <p:cNvPr id="2" name="Date Placeholder 1"/>
          <p:cNvSpPr>
            <a:spLocks noGrp="1"/>
          </p:cNvSpPr>
          <p:nvPr>
            <p:ph type="dt" sz="half" idx="10"/>
          </p:nvPr>
        </p:nvSpPr>
        <p:spPr/>
        <p:txBody>
          <a:bodyPr/>
          <a:lstStyle/>
          <a:p>
            <a:fld id="{FBDA3AE1-4360-4D5B-BDBC-656B872DD533}" type="datetime1">
              <a:rPr lang="en-US"/>
              <a:t>02-Jul-2025</a:t>
            </a:fld>
            <a:endParaRPr/>
          </a:p>
        </p:txBody>
      </p:sp>
      <p:sp>
        <p:nvSpPr>
          <p:cNvPr id="4" name="Slide Number Placeholder 3"/>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2225395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a:bodyPr>
          <a:lstStyle>
            <a:lvl1pPr algn="l">
              <a:defRPr sz="3600" b="0"/>
            </a:lvl1pPr>
          </a:lstStyle>
          <a:p>
            <a:r>
              <a:rPr lang="en-US"/>
              <a:t>Click to edit Master title style</a:t>
            </a:r>
            <a:endParaRPr/>
          </a:p>
        </p:txBody>
      </p:sp>
      <p:sp>
        <p:nvSpPr>
          <p:cNvPr id="3" name="Content Placeholder 2"/>
          <p:cNvSpPr>
            <a:spLocks noGrp="1"/>
          </p:cNvSpPr>
          <p:nvPr>
            <p:ph idx="1"/>
          </p:nvPr>
        </p:nvSpPr>
        <p:spPr>
          <a:xfrm>
            <a:off x="4875530" y="1600200"/>
            <a:ext cx="6094413" cy="4572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1218883" y="1600202"/>
            <a:ext cx="3453500" cy="4571999"/>
          </a:xfrm>
        </p:spPr>
        <p:txBody>
          <a:bodyPr>
            <a:normAutofit/>
          </a:bodyPr>
          <a:lstStyle>
            <a:lvl1pPr marL="0" indent="0">
              <a:buNone/>
              <a:defRPr sz="2800">
                <a:solidFill>
                  <a:schemeClr val="accent1">
                    <a:lumMod val="75000"/>
                  </a:schemeClr>
                </a:solidFill>
              </a:defRPr>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20990708-46A4-4851-883E-8DFB8939107E}" type="datetime1">
              <a:rPr lang="en-US"/>
              <a:t>02-Jul-2025</a:t>
            </a:fld>
            <a:endParaRPr/>
          </a:p>
        </p:txBody>
      </p:sp>
      <p:sp>
        <p:nvSpPr>
          <p:cNvPr id="7" name="Slide Number Placeholder 6"/>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3483960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a:bodyPr>
          <a:lstStyle>
            <a:lvl1pPr algn="l">
              <a:defRPr sz="36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218887" y="1600200"/>
            <a:ext cx="6703850" cy="3657600"/>
          </a:xfrm>
          <a:prstGeom prst="roundRect">
            <a:avLst>
              <a:gd name="adj" fmla="val 3098"/>
            </a:avLst>
          </a:prstGeom>
        </p:spPr>
        <p:txBody>
          <a:bodyPr>
            <a:normAutofit/>
          </a:bodyPr>
          <a:lstStyle>
            <a:lvl1pPr marL="0" indent="0">
              <a:buNone/>
              <a:defRPr sz="27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4" name="Text Placeholder 3"/>
          <p:cNvSpPr>
            <a:spLocks noGrp="1"/>
          </p:cNvSpPr>
          <p:nvPr>
            <p:ph type="body" sz="half" idx="2"/>
          </p:nvPr>
        </p:nvSpPr>
        <p:spPr>
          <a:xfrm>
            <a:off x="8125883" y="1600200"/>
            <a:ext cx="2844059" cy="3759200"/>
          </a:xfrm>
        </p:spPr>
        <p:txBody>
          <a:bodyPr anchor="b">
            <a:normAutofit/>
          </a:bodyPr>
          <a:lstStyle>
            <a:lvl1pPr marL="0" indent="0">
              <a:buNone/>
              <a:defRPr sz="2800">
                <a:solidFill>
                  <a:schemeClr val="accent1">
                    <a:lumMod val="75000"/>
                  </a:schemeClr>
                </a:solidFill>
              </a:defRPr>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AE88EFFC-86AE-4294-A319-CAFC2651994B}" type="datetime1">
              <a:rPr lang="en-US"/>
              <a:t>02-Jul-2025</a:t>
            </a:fld>
            <a:endParaRPr/>
          </a:p>
        </p:txBody>
      </p:sp>
      <p:sp>
        <p:nvSpPr>
          <p:cNvPr id="7" name="Slide Number Placeholder 6"/>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1442985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CEAB04-7709-4C1E-A61A-74684A0170FC}" type="datetime1">
              <a:rPr lang="en-US"/>
              <a:t>02-Jul-2025</a:t>
            </a:fld>
            <a:endParaRPr/>
          </a:p>
        </p:txBody>
      </p:sp>
      <p:sp>
        <p:nvSpPr>
          <p:cNvPr id="6" name="Slide Number Placeholder 5"/>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2640825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squares"/>
          <p:cNvGrpSpPr/>
          <p:nvPr/>
        </p:nvGrpSpPr>
        <p:grpSpPr>
          <a:xfrm rot="5400000">
            <a:off x="9583007" y="233864"/>
            <a:ext cx="1063300" cy="524046"/>
            <a:chOff x="0" y="452558"/>
            <a:chExt cx="914400" cy="524182"/>
          </a:xfrm>
        </p:grpSpPr>
        <p:sp>
          <p:nvSpPr>
            <p:cNvPr id="8" name="Rounded Rectangle 7"/>
            <p:cNvSpPr/>
            <p:nvPr/>
          </p:nvSpPr>
          <p:spPr>
            <a:xfrm>
              <a:off x="591671" y="452558"/>
              <a:ext cx="322729" cy="52418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ounded Rectangle 8"/>
            <p:cNvSpPr/>
            <p:nvPr/>
          </p:nvSpPr>
          <p:spPr>
            <a:xfrm>
              <a:off x="215154" y="452558"/>
              <a:ext cx="322729" cy="52418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ound Same Side Corner Rectangle 9"/>
            <p:cNvSpPr/>
            <p:nvPr/>
          </p:nvSpPr>
          <p:spPr>
            <a:xfrm rot="5400000">
              <a:off x="-181408" y="633966"/>
              <a:ext cx="524182" cy="161366"/>
            </a:xfrm>
            <a:prstGeom prst="round2SameRect">
              <a:avLst>
                <a:gd name="adj1" fmla="val 291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15" name="bottom graphic"/>
          <p:cNvGrpSpPr/>
          <p:nvPr/>
        </p:nvGrpSpPr>
        <p:grpSpPr>
          <a:xfrm>
            <a:off x="0" y="5395517"/>
            <a:ext cx="12188825" cy="1462483"/>
            <a:chOff x="0" y="4046638"/>
            <a:chExt cx="9144000" cy="1096862"/>
          </a:xfrm>
        </p:grpSpPr>
        <p:sp>
          <p:nvSpPr>
            <p:cNvPr id="16" name="Freeform 15"/>
            <p:cNvSpPr/>
            <p:nvPr/>
          </p:nvSpPr>
          <p:spPr bwMode="ltGray">
            <a:xfrm rot="5400000">
              <a:off x="4119794" y="119293"/>
              <a:ext cx="904412" cy="9144000"/>
            </a:xfrm>
            <a:custGeom>
              <a:avLst/>
              <a:gdLst/>
              <a:ahLst/>
              <a:cxnLst/>
              <a:rect l="l" t="t" r="r" b="b"/>
              <a:pathLst>
                <a:path w="904412" h="9144000">
                  <a:moveTo>
                    <a:pt x="0" y="0"/>
                  </a:moveTo>
                  <a:lnTo>
                    <a:pt x="904412" y="0"/>
                  </a:lnTo>
                  <a:lnTo>
                    <a:pt x="904412" y="9144000"/>
                  </a:lnTo>
                  <a:lnTo>
                    <a:pt x="391235" y="9144000"/>
                  </a:lnTo>
                  <a:cubicBezTo>
                    <a:pt x="445385" y="6730684"/>
                    <a:pt x="250230" y="1995757"/>
                    <a:pt x="0" y="0"/>
                  </a:cubicBezTo>
                  <a:close/>
                </a:path>
              </a:pathLst>
            </a:custGeom>
            <a:solidFill>
              <a:schemeClr val="tx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72"/>
            <p:cNvSpPr/>
            <p:nvPr/>
          </p:nvSpPr>
          <p:spPr bwMode="ltGray">
            <a:xfrm rot="5400000">
              <a:off x="4023569" y="23069"/>
              <a:ext cx="1096862" cy="9144000"/>
            </a:xfrm>
            <a:custGeom>
              <a:avLst/>
              <a:gdLst/>
              <a:ahLst/>
              <a:cxnLst/>
              <a:rect l="l" t="t" r="r" b="b"/>
              <a:pathLst>
                <a:path w="1096862" h="9144000">
                  <a:moveTo>
                    <a:pt x="1096861" y="9136375"/>
                  </a:moveTo>
                  <a:lnTo>
                    <a:pt x="1096861" y="0"/>
                  </a:lnTo>
                  <a:lnTo>
                    <a:pt x="1096862" y="0"/>
                  </a:lnTo>
                  <a:lnTo>
                    <a:pt x="1096862" y="9136375"/>
                  </a:lnTo>
                  <a:close/>
                  <a:moveTo>
                    <a:pt x="0" y="0"/>
                  </a:moveTo>
                  <a:lnTo>
                    <a:pt x="142171" y="0"/>
                  </a:lnTo>
                  <a:cubicBezTo>
                    <a:pt x="214017" y="532804"/>
                    <a:pt x="281641" y="1260834"/>
                    <a:pt x="340913" y="2087809"/>
                  </a:cubicBezTo>
                  <a:cubicBezTo>
                    <a:pt x="492781" y="4358443"/>
                    <a:pt x="587048" y="7374964"/>
                    <a:pt x="547354" y="9144000"/>
                  </a:cubicBezTo>
                  <a:lnTo>
                    <a:pt x="452132" y="9144000"/>
                  </a:lnTo>
                  <a:cubicBezTo>
                    <a:pt x="484963" y="4670358"/>
                    <a:pt x="240277" y="2482661"/>
                    <a:pt x="0" y="0"/>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Vertical Title 1"/>
          <p:cNvSpPr>
            <a:spLocks noGrp="1"/>
          </p:cNvSpPr>
          <p:nvPr>
            <p:ph type="title" orient="vert"/>
          </p:nvPr>
        </p:nvSpPr>
        <p:spPr>
          <a:xfrm>
            <a:off x="9751060" y="1150514"/>
            <a:ext cx="1828324" cy="5021685"/>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8882" y="1150514"/>
            <a:ext cx="8227457" cy="5021685"/>
          </a:xfrm>
        </p:spPr>
        <p:txBody>
          <a:bodyPr vert="eaVert"/>
          <a:lstStyle>
            <a:lvl5pPr>
              <a:defRPr/>
            </a:lvl5pPr>
            <a:lvl6pPr>
              <a:defRPr/>
            </a:lvl6pPr>
            <a:lvl7pPr>
              <a:defRPr/>
            </a:lvl7pPr>
            <a:lvl8pPr>
              <a:defRPr baseline="0"/>
            </a:lvl8pPr>
            <a:lvl9pPr>
              <a:defRPr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0C79BD0D-E0B1-4CED-AC65-708AC79EB9CD}" type="datetime1">
              <a:rPr lang="en-US"/>
              <a:t>02-Jul-2025</a:t>
            </a:fld>
            <a:endParaRPr/>
          </a:p>
        </p:txBody>
      </p:sp>
      <p:sp>
        <p:nvSpPr>
          <p:cNvPr id="6" name="Slide Number Placeholder 5"/>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81644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1" name="bottom graphic"/>
          <p:cNvGrpSpPr/>
          <p:nvPr/>
        </p:nvGrpSpPr>
        <p:grpSpPr>
          <a:xfrm>
            <a:off x="0" y="5409216"/>
            <a:ext cx="12188825" cy="1462483"/>
            <a:chOff x="0" y="4056912"/>
            <a:chExt cx="9144000" cy="1096862"/>
          </a:xfrm>
        </p:grpSpPr>
        <p:sp>
          <p:nvSpPr>
            <p:cNvPr id="21" name="Freeform 20"/>
            <p:cNvSpPr/>
            <p:nvPr/>
          </p:nvSpPr>
          <p:spPr bwMode="ltGray">
            <a:xfrm rot="5400000">
              <a:off x="4119794" y="119293"/>
              <a:ext cx="904412" cy="9144000"/>
            </a:xfrm>
            <a:custGeom>
              <a:avLst/>
              <a:gdLst/>
              <a:ahLst/>
              <a:cxnLst/>
              <a:rect l="l" t="t" r="r" b="b"/>
              <a:pathLst>
                <a:path w="904412" h="9144000">
                  <a:moveTo>
                    <a:pt x="0" y="0"/>
                  </a:moveTo>
                  <a:lnTo>
                    <a:pt x="904412" y="0"/>
                  </a:lnTo>
                  <a:lnTo>
                    <a:pt x="904412" y="9144000"/>
                  </a:lnTo>
                  <a:lnTo>
                    <a:pt x="391235" y="9144000"/>
                  </a:lnTo>
                  <a:cubicBezTo>
                    <a:pt x="445385" y="6730684"/>
                    <a:pt x="250230" y="1995757"/>
                    <a:pt x="0" y="0"/>
                  </a:cubicBezTo>
                  <a:close/>
                </a:path>
              </a:pathLst>
            </a:custGeom>
            <a:solidFill>
              <a:schemeClr val="tx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72"/>
            <p:cNvSpPr/>
            <p:nvPr/>
          </p:nvSpPr>
          <p:spPr bwMode="ltGray">
            <a:xfrm rot="5400000">
              <a:off x="4023569" y="33343"/>
              <a:ext cx="1096862" cy="9144000"/>
            </a:xfrm>
            <a:custGeom>
              <a:avLst/>
              <a:gdLst/>
              <a:ahLst/>
              <a:cxnLst/>
              <a:rect l="l" t="t" r="r" b="b"/>
              <a:pathLst>
                <a:path w="1096862" h="9144000">
                  <a:moveTo>
                    <a:pt x="1096861" y="9136375"/>
                  </a:moveTo>
                  <a:lnTo>
                    <a:pt x="1096861" y="0"/>
                  </a:lnTo>
                  <a:lnTo>
                    <a:pt x="1096862" y="0"/>
                  </a:lnTo>
                  <a:lnTo>
                    <a:pt x="1096862" y="9136375"/>
                  </a:lnTo>
                  <a:close/>
                  <a:moveTo>
                    <a:pt x="0" y="0"/>
                  </a:moveTo>
                  <a:lnTo>
                    <a:pt x="142171" y="0"/>
                  </a:lnTo>
                  <a:cubicBezTo>
                    <a:pt x="214017" y="532804"/>
                    <a:pt x="281641" y="1260834"/>
                    <a:pt x="340913" y="2087809"/>
                  </a:cubicBezTo>
                  <a:cubicBezTo>
                    <a:pt x="492781" y="4358443"/>
                    <a:pt x="587048" y="7374964"/>
                    <a:pt x="547354" y="9144000"/>
                  </a:cubicBezTo>
                  <a:lnTo>
                    <a:pt x="452132" y="9144000"/>
                  </a:lnTo>
                  <a:cubicBezTo>
                    <a:pt x="484963" y="4670358"/>
                    <a:pt x="240277" y="2482661"/>
                    <a:pt x="0" y="0"/>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grpSp>
        <p:nvGrpSpPr>
          <p:cNvPr id="7" name="squares"/>
          <p:cNvGrpSpPr/>
          <p:nvPr/>
        </p:nvGrpSpPr>
        <p:grpSpPr>
          <a:xfrm>
            <a:off x="1" y="800551"/>
            <a:ext cx="1063023" cy="524183"/>
            <a:chOff x="0" y="452558"/>
            <a:chExt cx="914400" cy="524182"/>
          </a:xfrm>
        </p:grpSpPr>
        <p:sp>
          <p:nvSpPr>
            <p:cNvPr id="8" name="Rounded Rectangle 7"/>
            <p:cNvSpPr/>
            <p:nvPr/>
          </p:nvSpPr>
          <p:spPr>
            <a:xfrm>
              <a:off x="591671" y="452558"/>
              <a:ext cx="322729" cy="52418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ounded Rectangle 8"/>
            <p:cNvSpPr/>
            <p:nvPr/>
          </p:nvSpPr>
          <p:spPr>
            <a:xfrm>
              <a:off x="215154" y="452558"/>
              <a:ext cx="322729" cy="52418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ound Same Side Corner Rectangle 9"/>
            <p:cNvSpPr/>
            <p:nvPr/>
          </p:nvSpPr>
          <p:spPr>
            <a:xfrm rot="5400000">
              <a:off x="-181408" y="633966"/>
              <a:ext cx="524182" cy="161366"/>
            </a:xfrm>
            <a:prstGeom prst="round2SameRect">
              <a:avLst>
                <a:gd name="adj1" fmla="val 291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Placeholder 1"/>
          <p:cNvSpPr>
            <a:spLocks noGrp="1"/>
          </p:cNvSpPr>
          <p:nvPr>
            <p:ph type="title"/>
          </p:nvPr>
        </p:nvSpPr>
        <p:spPr>
          <a:xfrm>
            <a:off x="1218883" y="152400"/>
            <a:ext cx="9751060" cy="1295400"/>
          </a:xfrm>
          <a:prstGeom prst="rect">
            <a:avLst/>
          </a:prstGeom>
        </p:spPr>
        <p:txBody>
          <a:bodyPr vert="horz" lIns="121899" tIns="60949" rIns="121899" bIns="60949" rtlCol="0" anchor="b">
            <a:normAutofit/>
          </a:bodyPr>
          <a:lstStyle/>
          <a:p>
            <a:r>
              <a:rPr lang="en-US"/>
              <a:t>Click to edit Master title style</a:t>
            </a:r>
            <a:endParaRPr/>
          </a:p>
        </p:txBody>
      </p:sp>
      <p:sp>
        <p:nvSpPr>
          <p:cNvPr id="3" name="Text Placeholder 2"/>
          <p:cNvSpPr>
            <a:spLocks noGrp="1"/>
          </p:cNvSpPr>
          <p:nvPr>
            <p:ph type="body" idx="1"/>
          </p:nvPr>
        </p:nvSpPr>
        <p:spPr>
          <a:xfrm>
            <a:off x="1218883" y="1600200"/>
            <a:ext cx="9751060" cy="4572000"/>
          </a:xfrm>
          <a:prstGeom prst="rect">
            <a:avLst/>
          </a:prstGeom>
        </p:spPr>
        <p:txBody>
          <a:bodyPr vert="horz" lIns="121899" tIns="60949" rIns="121899" bIns="60949"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218883" y="6448425"/>
            <a:ext cx="8288401" cy="180976"/>
          </a:xfrm>
          <a:prstGeom prst="rect">
            <a:avLst/>
          </a:prstGeom>
        </p:spPr>
        <p:txBody>
          <a:bodyPr vert="horz" lIns="121899" tIns="60949" rIns="121899" bIns="60949" rtlCol="0" anchor="ctr"/>
          <a:lstStyle>
            <a:lvl1pPr algn="l">
              <a:defRPr sz="1200">
                <a:solidFill>
                  <a:schemeClr val="tx1"/>
                </a:solidFill>
              </a:defRPr>
            </a:lvl1pPr>
          </a:lstStyle>
          <a:p>
            <a:r>
              <a:rPr lang="en-US" dirty="0"/>
              <a:t>Add a footer</a:t>
            </a:r>
          </a:p>
        </p:txBody>
      </p:sp>
      <p:sp>
        <p:nvSpPr>
          <p:cNvPr id="4" name="Date Placeholder 3"/>
          <p:cNvSpPr>
            <a:spLocks noGrp="1"/>
          </p:cNvSpPr>
          <p:nvPr>
            <p:ph type="dt" sz="half" idx="2"/>
          </p:nvPr>
        </p:nvSpPr>
        <p:spPr>
          <a:xfrm>
            <a:off x="9547913" y="6448425"/>
            <a:ext cx="1422030" cy="180976"/>
          </a:xfrm>
          <a:prstGeom prst="rect">
            <a:avLst/>
          </a:prstGeom>
        </p:spPr>
        <p:txBody>
          <a:bodyPr vert="horz" lIns="121899" tIns="60949" rIns="121899" bIns="60949" rtlCol="0" anchor="ctr"/>
          <a:lstStyle>
            <a:lvl1pPr algn="r">
              <a:defRPr sz="1200">
                <a:solidFill>
                  <a:schemeClr val="tx1"/>
                </a:solidFill>
              </a:defRPr>
            </a:lvl1pPr>
          </a:lstStyle>
          <a:p>
            <a:fld id="{D29E8617-6EA8-4B97-A5E8-E18E98765EE2}" type="datetime1">
              <a:rPr lang="en-US"/>
              <a:pPr/>
              <a:t>02-Jul-2025</a:t>
            </a:fld>
            <a:endParaRPr dirty="0"/>
          </a:p>
        </p:txBody>
      </p:sp>
      <p:sp>
        <p:nvSpPr>
          <p:cNvPr id="6" name="Slide Number Placeholder 5"/>
          <p:cNvSpPr>
            <a:spLocks noGrp="1"/>
          </p:cNvSpPr>
          <p:nvPr>
            <p:ph type="sldNum" sz="quarter" idx="4"/>
          </p:nvPr>
        </p:nvSpPr>
        <p:spPr>
          <a:xfrm>
            <a:off x="11071516" y="6448425"/>
            <a:ext cx="812588" cy="180976"/>
          </a:xfrm>
          <a:prstGeom prst="rect">
            <a:avLst/>
          </a:prstGeom>
        </p:spPr>
        <p:txBody>
          <a:bodyPr vert="horz" lIns="121899" tIns="60949" rIns="121899" bIns="60949" rtlCol="0" anchor="ctr"/>
          <a:lstStyle>
            <a:lvl1pPr algn="r">
              <a:defRPr sz="1200">
                <a:solidFill>
                  <a:schemeClr val="tx1"/>
                </a:solidFill>
              </a:defRPr>
            </a:lvl1pPr>
          </a:lstStyle>
          <a:p>
            <a:fld id="{34C99D79-8A4B-4031-B1E0-AF26F8EDF2BC}" type="slidenum">
              <a:rPr/>
              <a:pPr/>
              <a:t>‹#›</a:t>
            </a:fld>
            <a:endParaRPr/>
          </a:p>
        </p:txBody>
      </p:sp>
    </p:spTree>
    <p:extLst>
      <p:ext uri="{BB962C8B-B14F-4D97-AF65-F5344CB8AC3E}">
        <p14:creationId xmlns:p14="http://schemas.microsoft.com/office/powerpoint/2010/main" val="17826826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1218987" rtl="0" eaLnBrk="1" latinLnBrk="0" hangingPunct="1">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800"/>
        </a:spcBef>
        <a:buClr>
          <a:schemeClr val="accent1">
            <a:lumMod val="75000"/>
          </a:schemeClr>
        </a:buClr>
        <a:buFont typeface="Arial" pitchFamily="34" charset="0"/>
        <a:buChar char="•"/>
        <a:defRPr sz="2800" kern="1200">
          <a:solidFill>
            <a:schemeClr val="tx1"/>
          </a:solidFill>
          <a:latin typeface="+mn-lt"/>
          <a:ea typeface="+mn-ea"/>
          <a:cs typeface="+mn-cs"/>
        </a:defRPr>
      </a:lvl1pPr>
      <a:lvl2pPr marL="755772" indent="-304747" algn="l" defTabSz="1218987" rtl="0" eaLnBrk="1" latinLnBrk="0" hangingPunct="1">
        <a:lnSpc>
          <a:spcPct val="90000"/>
        </a:lnSpc>
        <a:spcBef>
          <a:spcPts val="1200"/>
        </a:spcBef>
        <a:buClr>
          <a:schemeClr val="accent1">
            <a:lumMod val="75000"/>
          </a:schemeClr>
        </a:buClr>
        <a:buFont typeface="Arial" pitchFamily="34" charset="0"/>
        <a:buChar char="–"/>
        <a:defRPr sz="2400" kern="1200">
          <a:solidFill>
            <a:schemeClr val="tx1"/>
          </a:solidFill>
          <a:latin typeface="+mn-lt"/>
          <a:ea typeface="+mn-ea"/>
          <a:cs typeface="+mn-cs"/>
        </a:defRPr>
      </a:lvl2pPr>
      <a:lvl3pPr marL="1206797" indent="-304747" algn="l" defTabSz="1218987" rtl="0" eaLnBrk="1" latinLnBrk="0" hangingPunct="1">
        <a:lnSpc>
          <a:spcPct val="90000"/>
        </a:lnSpc>
        <a:spcBef>
          <a:spcPts val="800"/>
        </a:spcBef>
        <a:buClr>
          <a:schemeClr val="accent1">
            <a:lumMod val="75000"/>
          </a:schemeClr>
        </a:buClr>
        <a:buFont typeface="Arial" pitchFamily="34" charset="0"/>
        <a:buChar char="•"/>
        <a:defRPr sz="2000" kern="1200">
          <a:solidFill>
            <a:schemeClr val="tx1"/>
          </a:solidFill>
          <a:latin typeface="+mn-lt"/>
          <a:ea typeface="+mn-ea"/>
          <a:cs typeface="+mn-cs"/>
        </a:defRPr>
      </a:lvl3pPr>
      <a:lvl4pPr marL="1657822" indent="-304747" algn="l" defTabSz="1218987" rtl="0" eaLnBrk="1" latinLnBrk="0" hangingPunct="1">
        <a:lnSpc>
          <a:spcPct val="90000"/>
        </a:lnSpc>
        <a:spcBef>
          <a:spcPts val="800"/>
        </a:spcBef>
        <a:buClr>
          <a:schemeClr val="accent1">
            <a:lumMod val="75000"/>
          </a:schemeClr>
        </a:buClr>
        <a:buFont typeface="Arial" pitchFamily="34" charset="0"/>
        <a:buChar char="•"/>
        <a:defRPr sz="2000" kern="1200">
          <a:solidFill>
            <a:schemeClr val="tx1"/>
          </a:solidFill>
          <a:latin typeface="+mn-lt"/>
          <a:ea typeface="+mn-ea"/>
          <a:cs typeface="+mn-cs"/>
        </a:defRPr>
      </a:lvl4pPr>
      <a:lvl5pPr marL="2108847" indent="-304747" algn="l" defTabSz="1218987" rtl="0" eaLnBrk="1" latinLnBrk="0" hangingPunct="1">
        <a:lnSpc>
          <a:spcPct val="90000"/>
        </a:lnSpc>
        <a:spcBef>
          <a:spcPts val="800"/>
        </a:spcBef>
        <a:buClr>
          <a:schemeClr val="accent1">
            <a:lumMod val="75000"/>
          </a:schemeClr>
        </a:buClr>
        <a:buFont typeface="Arial" pitchFamily="34" charset="0"/>
        <a:buChar char="•"/>
        <a:defRPr sz="2000" kern="1200">
          <a:solidFill>
            <a:schemeClr val="tx1"/>
          </a:solidFill>
          <a:latin typeface="+mn-lt"/>
          <a:ea typeface="+mn-ea"/>
          <a:cs typeface="+mn-cs"/>
        </a:defRPr>
      </a:lvl5pPr>
      <a:lvl6pPr marL="2559872" indent="-304747" algn="l" defTabSz="1218987" rtl="0" eaLnBrk="1" latinLnBrk="0" hangingPunct="1">
        <a:lnSpc>
          <a:spcPct val="90000"/>
        </a:lnSpc>
        <a:spcBef>
          <a:spcPts val="800"/>
        </a:spcBef>
        <a:buClr>
          <a:schemeClr val="accent1"/>
        </a:buClr>
        <a:buFont typeface="Arial" pitchFamily="34" charset="0"/>
        <a:buChar char="•"/>
        <a:defRPr sz="2000" kern="1200" baseline="0">
          <a:solidFill>
            <a:schemeClr val="tx1"/>
          </a:solidFill>
          <a:latin typeface="+mn-lt"/>
          <a:ea typeface="+mn-ea"/>
          <a:cs typeface="+mn-cs"/>
        </a:defRPr>
      </a:lvl6pPr>
      <a:lvl7pPr marL="3010897" indent="-304747" algn="l" defTabSz="1218987" rtl="0" eaLnBrk="1" latinLnBrk="0" hangingPunct="1">
        <a:lnSpc>
          <a:spcPct val="90000"/>
        </a:lnSpc>
        <a:spcBef>
          <a:spcPts val="800"/>
        </a:spcBef>
        <a:buClr>
          <a:schemeClr val="accent1"/>
        </a:buClr>
        <a:buFont typeface="Arial" pitchFamily="34" charset="0"/>
        <a:buChar char="•"/>
        <a:defRPr sz="2000" kern="1200" baseline="0">
          <a:solidFill>
            <a:schemeClr val="tx1"/>
          </a:solidFill>
          <a:latin typeface="+mn-lt"/>
          <a:ea typeface="+mn-ea"/>
          <a:cs typeface="+mn-cs"/>
        </a:defRPr>
      </a:lvl7pPr>
      <a:lvl8pPr marL="3461922" indent="-304747" algn="l" defTabSz="1218987" rtl="0" eaLnBrk="1" latinLnBrk="0" hangingPunct="1">
        <a:lnSpc>
          <a:spcPct val="90000"/>
        </a:lnSpc>
        <a:spcBef>
          <a:spcPts val="800"/>
        </a:spcBef>
        <a:buClr>
          <a:schemeClr val="accent1"/>
        </a:buClr>
        <a:buFont typeface="Arial" pitchFamily="34" charset="0"/>
        <a:buChar char="•"/>
        <a:defRPr sz="2000" kern="1200" baseline="0">
          <a:solidFill>
            <a:schemeClr val="tx1"/>
          </a:solidFill>
          <a:latin typeface="+mn-lt"/>
          <a:ea typeface="+mn-ea"/>
          <a:cs typeface="+mn-cs"/>
        </a:defRPr>
      </a:lvl8pPr>
      <a:lvl9pPr marL="3912947" indent="-304747" algn="l" defTabSz="1218987" rtl="0" eaLnBrk="1" latinLnBrk="0" hangingPunct="1">
        <a:lnSpc>
          <a:spcPct val="90000"/>
        </a:lnSpc>
        <a:spcBef>
          <a:spcPts val="800"/>
        </a:spcBef>
        <a:buClr>
          <a:schemeClr val="accent1"/>
        </a:buClr>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developer.mozilla.org/en-US/docs/Glossary/SQ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135" y="152400"/>
            <a:ext cx="5561488" cy="856804"/>
          </a:xfrm>
        </p:spPr>
        <p:txBody>
          <a:bodyPr/>
          <a:lstStyle/>
          <a:p>
            <a:r>
              <a:rPr lang="en-IN" b="1" dirty="0"/>
              <a:t>Database</a:t>
            </a:r>
          </a:p>
        </p:txBody>
      </p:sp>
      <p:graphicFrame>
        <p:nvGraphicFramePr>
          <p:cNvPr id="4" name="Table 3"/>
          <p:cNvGraphicFramePr>
            <a:graphicFrameLocks noGrp="1"/>
          </p:cNvGraphicFramePr>
          <p:nvPr>
            <p:extLst>
              <p:ext uri="{D42A27DB-BD31-4B8C-83A1-F6EECF244321}">
                <p14:modId xmlns:p14="http://schemas.microsoft.com/office/powerpoint/2010/main" val="3739942737"/>
              </p:ext>
            </p:extLst>
          </p:nvPr>
        </p:nvGraphicFramePr>
        <p:xfrm>
          <a:off x="455612" y="2209800"/>
          <a:ext cx="11041040" cy="2675510"/>
        </p:xfrm>
        <a:graphic>
          <a:graphicData uri="http://schemas.openxmlformats.org/drawingml/2006/table">
            <a:tbl>
              <a:tblPr firstRow="1" bandRow="1">
                <a:tableStyleId>{EB9631B5-78F2-41C9-869B-9F39066F8104}</a:tableStyleId>
              </a:tblPr>
              <a:tblGrid>
                <a:gridCol w="5520520">
                  <a:extLst>
                    <a:ext uri="{9D8B030D-6E8A-4147-A177-3AD203B41FA5}">
                      <a16:colId xmlns:a16="http://schemas.microsoft.com/office/drawing/2014/main" val="20000"/>
                    </a:ext>
                  </a:extLst>
                </a:gridCol>
                <a:gridCol w="5520520">
                  <a:extLst>
                    <a:ext uri="{9D8B030D-6E8A-4147-A177-3AD203B41FA5}">
                      <a16:colId xmlns:a16="http://schemas.microsoft.com/office/drawing/2014/main" val="20001"/>
                    </a:ext>
                  </a:extLst>
                </a:gridCol>
              </a:tblGrid>
              <a:tr h="385948">
                <a:tc gridSpan="2">
                  <a:txBody>
                    <a:bodyPr/>
                    <a:lstStyle/>
                    <a:p>
                      <a:pPr algn="ctr"/>
                      <a:r>
                        <a:rPr lang="en-US" sz="2400" dirty="0">
                          <a:solidFill>
                            <a:schemeClr val="tx1"/>
                          </a:solidFill>
                          <a:latin typeface="Verdana" panose="020B0604030504040204" pitchFamily="34" charset="0"/>
                          <a:ea typeface="Verdana" panose="020B0604030504040204" pitchFamily="34" charset="0"/>
                        </a:rPr>
                        <a:t>Database</a:t>
                      </a:r>
                    </a:p>
                  </a:txBody>
                  <a:tcPr anchor="ctr"/>
                </a:tc>
                <a:tc hMerge="1">
                  <a:txBody>
                    <a:bodyPr/>
                    <a:lstStyle/>
                    <a:p>
                      <a:endParaRPr lang="en-US" dirty="0"/>
                    </a:p>
                  </a:txBody>
                  <a:tcPr/>
                </a:tc>
                <a:extLst>
                  <a:ext uri="{0D108BD9-81ED-4DB2-BD59-A6C34878D82A}">
                    <a16:rowId xmlns:a16="http://schemas.microsoft.com/office/drawing/2014/main" val="10000"/>
                  </a:ext>
                </a:extLst>
              </a:tr>
              <a:tr h="462148">
                <a:tc>
                  <a:txBody>
                    <a:bodyPr/>
                    <a:lstStyle/>
                    <a:p>
                      <a:pPr marL="285750" marR="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2400" kern="1200" dirty="0">
                          <a:solidFill>
                            <a:schemeClr val="dk1"/>
                          </a:solidFill>
                          <a:latin typeface="+mn-lt"/>
                          <a:ea typeface="+mn-ea"/>
                          <a:cs typeface="+mn-cs"/>
                        </a:rPr>
                        <a:t>What is Database</a:t>
                      </a:r>
                    </a:p>
                  </a:txBody>
                  <a:tcPr anchor="ctr"/>
                </a:tc>
                <a:tc>
                  <a:txBody>
                    <a:bodyPr/>
                    <a:lstStyle/>
                    <a:p>
                      <a:pPr marL="285750" marR="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2400" kern="1200" dirty="0">
                          <a:solidFill>
                            <a:schemeClr val="dk1"/>
                          </a:solidFill>
                          <a:latin typeface="+mn-lt"/>
                          <a:ea typeface="+mn-ea"/>
                          <a:cs typeface="+mn-cs"/>
                        </a:rPr>
                        <a:t>Purpose of Database</a:t>
                      </a:r>
                    </a:p>
                  </a:txBody>
                  <a:tcPr anchor="ctr"/>
                </a:tc>
                <a:extLst>
                  <a:ext uri="{0D108BD9-81ED-4DB2-BD59-A6C34878D82A}">
                    <a16:rowId xmlns:a16="http://schemas.microsoft.com/office/drawing/2014/main" val="10001"/>
                  </a:ext>
                </a:extLst>
              </a:tr>
              <a:tr h="462148">
                <a:tc>
                  <a:txBody>
                    <a:bodyPr/>
                    <a:lstStyle/>
                    <a:p>
                      <a:pPr marL="285750" marR="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IN" sz="2400" kern="1200" dirty="0">
                          <a:solidFill>
                            <a:schemeClr val="dk1"/>
                          </a:solidFill>
                          <a:latin typeface="+mn-lt"/>
                          <a:ea typeface="+mn-ea"/>
                          <a:cs typeface="+mn-cs"/>
                        </a:rPr>
                        <a:t>What is a Database Model</a:t>
                      </a:r>
                    </a:p>
                  </a:txBody>
                  <a:tcPr anchor="ctr"/>
                </a:tc>
                <a:tc>
                  <a:txBody>
                    <a:bodyPr/>
                    <a:lstStyle/>
                    <a:p>
                      <a:pPr marL="285750" marR="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IN" sz="2400" kern="1200" dirty="0">
                          <a:solidFill>
                            <a:schemeClr val="dk1"/>
                          </a:solidFill>
                          <a:latin typeface="+mn-lt"/>
                          <a:ea typeface="+mn-ea"/>
                          <a:cs typeface="+mn-cs"/>
                        </a:rPr>
                        <a:t>Types of database models</a:t>
                      </a:r>
                    </a:p>
                  </a:txBody>
                  <a:tcPr anchor="ctr"/>
                </a:tc>
                <a:extLst>
                  <a:ext uri="{0D108BD9-81ED-4DB2-BD59-A6C34878D82A}">
                    <a16:rowId xmlns:a16="http://schemas.microsoft.com/office/drawing/2014/main" val="10002"/>
                  </a:ext>
                </a:extLst>
              </a:tr>
              <a:tr h="831866">
                <a:tc>
                  <a:txBody>
                    <a:bodyPr/>
                    <a:lstStyle/>
                    <a:p>
                      <a:pPr marL="285750" marR="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2400" kern="1200" dirty="0">
                          <a:solidFill>
                            <a:schemeClr val="dk1"/>
                          </a:solidFill>
                          <a:latin typeface="+mn-lt"/>
                          <a:ea typeface="+mn-ea"/>
                          <a:cs typeface="+mn-cs"/>
                        </a:rPr>
                        <a:t>Things you do with RDBMS</a:t>
                      </a:r>
                    </a:p>
                  </a:txBody>
                  <a:tcPr anchor="ctr"/>
                </a:tc>
                <a:tc>
                  <a:txBody>
                    <a:bodyPr/>
                    <a:lstStyle/>
                    <a:p>
                      <a:pPr marL="285750" marR="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2400" kern="1200" dirty="0">
                          <a:solidFill>
                            <a:schemeClr val="dk1"/>
                          </a:solidFill>
                          <a:latin typeface="+mn-lt"/>
                          <a:ea typeface="+mn-ea"/>
                          <a:cs typeface="+mn-cs"/>
                        </a:rPr>
                        <a:t>Relational Database Terminology</a:t>
                      </a:r>
                    </a:p>
                  </a:txBody>
                  <a:tcPr anchor="ctr"/>
                </a:tc>
                <a:extLst>
                  <a:ext uri="{0D108BD9-81ED-4DB2-BD59-A6C34878D82A}">
                    <a16:rowId xmlns:a16="http://schemas.microsoft.com/office/drawing/2014/main" val="10003"/>
                  </a:ext>
                </a:extLst>
              </a:tr>
              <a:tr h="462148">
                <a:tc gridSpan="2">
                  <a:txBody>
                    <a:bodyPr/>
                    <a:lstStyle/>
                    <a:p>
                      <a:pPr marL="285750" marR="0" indent="-285750" algn="ctr"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IN" sz="2400" kern="1200" dirty="0">
                          <a:solidFill>
                            <a:schemeClr val="dk1"/>
                          </a:solidFill>
                          <a:latin typeface="+mn-lt"/>
                          <a:ea typeface="+mn-ea"/>
                          <a:cs typeface="+mn-cs"/>
                        </a:rPr>
                        <a:t>Introduction to SQL </a:t>
                      </a:r>
                      <a:endParaRPr lang="en-US" sz="2400" kern="1200" dirty="0">
                        <a:solidFill>
                          <a:schemeClr val="dk1"/>
                        </a:solidFill>
                        <a:latin typeface="+mn-lt"/>
                        <a:ea typeface="+mn-ea"/>
                        <a:cs typeface="+mn-cs"/>
                      </a:endParaRPr>
                    </a:p>
                  </a:txBody>
                  <a:tcPr anchor="ctr"/>
                </a:tc>
                <a:tc hMerge="1">
                  <a:txBody>
                    <a:bodyPr/>
                    <a:lstStyle/>
                    <a:p>
                      <a:pPr marL="285750" marR="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4"/>
                  </a:ext>
                </a:extLst>
              </a:tr>
            </a:tbl>
          </a:graphicData>
        </a:graphic>
      </p:graphicFrame>
      <p:sp>
        <p:nvSpPr>
          <p:cNvPr id="6" name="文本框 8"/>
          <p:cNvSpPr txBox="1"/>
          <p:nvPr/>
        </p:nvSpPr>
        <p:spPr>
          <a:xfrm>
            <a:off x="1827212" y="1272879"/>
            <a:ext cx="3179075" cy="523220"/>
          </a:xfrm>
          <a:prstGeom prst="rect">
            <a:avLst/>
          </a:prstGeom>
          <a:noFill/>
          <a:ln w="9525">
            <a:noFill/>
          </a:ln>
        </p:spPr>
        <p:txBody>
          <a:bodyPr wrap="none" anchor="t">
            <a:spAutoFit/>
          </a:bodyPr>
          <a:lstStyle/>
          <a:p>
            <a:pPr defTabSz="914400"/>
            <a:r>
              <a:rPr lang="en-US" altLang="zh-CN" sz="2800" b="1" dirty="0">
                <a:solidFill>
                  <a:srgbClr val="262626"/>
                </a:solidFill>
                <a:latin typeface="Arial" panose="020B0604020202020204" pitchFamily="34" charset="0"/>
                <a:ea typeface="Microsoft YaHei" panose="020B0503020204020204" pitchFamily="34" charset="-122"/>
                <a:sym typeface="Arial" panose="020B0604020202020204" pitchFamily="34" charset="0"/>
              </a:rPr>
              <a:t>What you learn ? </a:t>
            </a:r>
          </a:p>
        </p:txBody>
      </p:sp>
    </p:spTree>
    <p:extLst>
      <p:ext uri="{BB962C8B-B14F-4D97-AF65-F5344CB8AC3E}">
        <p14:creationId xmlns:p14="http://schemas.microsoft.com/office/powerpoint/2010/main" val="2801835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1217612" y="1219200"/>
            <a:ext cx="10591800" cy="4572000"/>
          </a:xfrm>
        </p:spPr>
        <p:txBody>
          <a:bodyPr>
            <a:normAutofit lnSpcReduction="10000"/>
          </a:bodyPr>
          <a:lstStyle/>
          <a:p>
            <a:r>
              <a:rPr lang="en-IN" dirty="0"/>
              <a:t>A </a:t>
            </a:r>
            <a:r>
              <a:rPr lang="en-IN" b="1" dirty="0"/>
              <a:t>database</a:t>
            </a:r>
            <a:r>
              <a:rPr lang="en-IN" dirty="0"/>
              <a:t> is a storing system that collects organized data, to make some works easier like searching, structure, and extend.</a:t>
            </a:r>
          </a:p>
          <a:p>
            <a:r>
              <a:rPr lang="en-IN" dirty="0"/>
              <a:t>In web development, most databases use the relational database management system (RDBMS) to organize data and programming in </a:t>
            </a:r>
            <a:r>
              <a:rPr lang="en-IN" u="sng" dirty="0">
                <a:hlinkClick r:id="rId2"/>
              </a:rPr>
              <a:t>SQL</a:t>
            </a:r>
            <a:r>
              <a:rPr lang="en-IN" dirty="0"/>
              <a:t>. Some databases, however, don't follow the former mechanism to organized data, which called NoSQL.</a:t>
            </a:r>
          </a:p>
          <a:p>
            <a:r>
              <a:rPr lang="en-IN" dirty="0"/>
              <a:t>Some famous server-side RDBMS are </a:t>
            </a:r>
            <a:r>
              <a:rPr lang="en-IN" i="1" dirty="0"/>
              <a:t>MySQL</a:t>
            </a:r>
            <a:r>
              <a:rPr lang="en-IN" dirty="0"/>
              <a:t>(or </a:t>
            </a:r>
            <a:r>
              <a:rPr lang="en-IN" i="1" dirty="0" err="1"/>
              <a:t>MariaDB</a:t>
            </a:r>
            <a:r>
              <a:rPr lang="en-IN" dirty="0"/>
              <a:t> which is a fork of it), </a:t>
            </a:r>
            <a:r>
              <a:rPr lang="en-IN" i="1" dirty="0"/>
              <a:t>SQL Server</a:t>
            </a:r>
            <a:r>
              <a:rPr lang="en-IN" dirty="0"/>
              <a:t>, </a:t>
            </a:r>
            <a:r>
              <a:rPr lang="en-IN" dirty="0" err="1"/>
              <a:t>PostgreSQL,and</a:t>
            </a:r>
            <a:r>
              <a:rPr lang="en-IN" dirty="0"/>
              <a:t> </a:t>
            </a:r>
            <a:r>
              <a:rPr lang="en-IN" i="1" dirty="0"/>
              <a:t>Oracle Database</a:t>
            </a:r>
            <a:r>
              <a:rPr lang="en-IN" dirty="0"/>
              <a:t>. </a:t>
            </a:r>
          </a:p>
          <a:p>
            <a:r>
              <a:rPr lang="en-IN" dirty="0"/>
              <a:t>On the other hand, some famous NoSQL examples are </a:t>
            </a:r>
            <a:r>
              <a:rPr lang="en-IN" i="1" dirty="0"/>
              <a:t>MongoDB</a:t>
            </a:r>
            <a:r>
              <a:rPr lang="en-IN" dirty="0"/>
              <a:t>, </a:t>
            </a:r>
            <a:r>
              <a:rPr lang="en-IN" i="1" dirty="0"/>
              <a:t>Cassandra</a:t>
            </a:r>
            <a:r>
              <a:rPr lang="en-IN" dirty="0"/>
              <a:t>, Firebase and </a:t>
            </a:r>
            <a:r>
              <a:rPr lang="en-IN" i="1" dirty="0" err="1"/>
              <a:t>Redis</a:t>
            </a:r>
            <a:r>
              <a:rPr lang="en-IN" dirty="0"/>
              <a:t>.</a:t>
            </a:r>
          </a:p>
        </p:txBody>
      </p:sp>
      <p:sp>
        <p:nvSpPr>
          <p:cNvPr id="2" name="Rectangle 1"/>
          <p:cNvSpPr/>
          <p:nvPr/>
        </p:nvSpPr>
        <p:spPr>
          <a:xfrm>
            <a:off x="0" y="28303"/>
            <a:ext cx="8761412" cy="849463"/>
          </a:xfrm>
          <a:prstGeom prst="rect">
            <a:avLst/>
          </a:prstGeom>
        </p:spPr>
        <p:txBody>
          <a:bodyPr vert="horz" lIns="121899" tIns="60949" rIns="121899" bIns="60949" rtlCol="0" anchor="b">
            <a:noAutofit/>
          </a:bodyPr>
          <a:lstStyle/>
          <a:p>
            <a:pPr>
              <a:lnSpc>
                <a:spcPct val="80000"/>
              </a:lnSpc>
              <a:spcBef>
                <a:spcPct val="0"/>
              </a:spcBef>
            </a:pPr>
            <a:r>
              <a:rPr lang="en-US" sz="6000" b="1" dirty="0">
                <a:latin typeface="+mj-lt"/>
                <a:ea typeface="+mj-ea"/>
                <a:cs typeface="+mj-cs"/>
              </a:rPr>
              <a:t>What is Database</a:t>
            </a:r>
          </a:p>
        </p:txBody>
      </p:sp>
    </p:spTree>
    <p:extLst>
      <p:ext uri="{BB962C8B-B14F-4D97-AF65-F5344CB8AC3E}">
        <p14:creationId xmlns:p14="http://schemas.microsoft.com/office/powerpoint/2010/main" val="2041341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709"/>
            <a:ext cx="7638117" cy="849463"/>
          </a:xfrm>
          <a:prstGeom prst="rect">
            <a:avLst/>
          </a:prstGeom>
        </p:spPr>
        <p:txBody>
          <a:bodyPr vert="horz" lIns="121899" tIns="60949" rIns="121899" bIns="60949" rtlCol="0" anchor="b">
            <a:noAutofit/>
          </a:bodyPr>
          <a:lstStyle/>
          <a:p>
            <a:pPr>
              <a:lnSpc>
                <a:spcPct val="80000"/>
              </a:lnSpc>
              <a:spcBef>
                <a:spcPct val="0"/>
              </a:spcBef>
            </a:pPr>
            <a:r>
              <a:rPr lang="en-US" sz="6000" b="1" dirty="0">
                <a:latin typeface="+mj-lt"/>
                <a:ea typeface="+mj-ea"/>
                <a:cs typeface="+mj-cs"/>
              </a:rPr>
              <a:t>Purpose of Database</a:t>
            </a:r>
          </a:p>
        </p:txBody>
      </p:sp>
      <p:sp>
        <p:nvSpPr>
          <p:cNvPr id="4" name="Content Placeholder 3"/>
          <p:cNvSpPr>
            <a:spLocks noGrp="1"/>
          </p:cNvSpPr>
          <p:nvPr>
            <p:ph idx="1"/>
          </p:nvPr>
        </p:nvSpPr>
        <p:spPr/>
        <p:txBody>
          <a:bodyPr/>
          <a:lstStyle/>
          <a:p>
            <a:r>
              <a:rPr lang="en-IN" dirty="0"/>
              <a:t>Databases are structured to facilitate the storage, retrieval, modification, and deletion of data in conjunction with various data-processing operations.</a:t>
            </a:r>
          </a:p>
          <a:p>
            <a:r>
              <a:rPr lang="en-IN" dirty="0"/>
              <a:t>Businesses can use databases in various ways. It helps them to arrange information about their customers and clients. Also, it can include information about product inventory. </a:t>
            </a:r>
          </a:p>
          <a:p>
            <a:r>
              <a:rPr lang="en-IN" dirty="0"/>
              <a:t>It helps to monitor sales, expenses, and other financial information.</a:t>
            </a:r>
          </a:p>
        </p:txBody>
      </p:sp>
    </p:spTree>
    <p:extLst>
      <p:ext uri="{BB962C8B-B14F-4D97-AF65-F5344CB8AC3E}">
        <p14:creationId xmlns:p14="http://schemas.microsoft.com/office/powerpoint/2010/main" val="424641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half" idx="1"/>
          </p:nvPr>
        </p:nvSpPr>
        <p:spPr>
          <a:xfrm>
            <a:off x="1141412" y="1600200"/>
            <a:ext cx="10744200" cy="4572000"/>
          </a:xfrm>
        </p:spPr>
        <p:txBody>
          <a:bodyPr>
            <a:normAutofit/>
          </a:bodyPr>
          <a:lstStyle/>
          <a:p>
            <a:r>
              <a:rPr lang="en-IN" dirty="0"/>
              <a:t>A database model shows the logical structure of a database, including the relationships and constraints that determine how data can be stored and accessed.</a:t>
            </a:r>
          </a:p>
          <a:p>
            <a:r>
              <a:rPr lang="en-IN" dirty="0"/>
              <a:t> Individual database models are designed based on the rules and concepts of whichever broader data model the designers adopt.</a:t>
            </a:r>
            <a:endParaRPr lang="en-US" dirty="0"/>
          </a:p>
        </p:txBody>
      </p:sp>
      <p:sp>
        <p:nvSpPr>
          <p:cNvPr id="3" name="Rectangle 2"/>
          <p:cNvSpPr/>
          <p:nvPr/>
        </p:nvSpPr>
        <p:spPr>
          <a:xfrm>
            <a:off x="-32068" y="0"/>
            <a:ext cx="9483750" cy="849463"/>
          </a:xfrm>
          <a:prstGeom prst="rect">
            <a:avLst/>
          </a:prstGeom>
        </p:spPr>
        <p:txBody>
          <a:bodyPr vert="horz" lIns="121899" tIns="60949" rIns="121899" bIns="60949" rtlCol="0" anchor="b">
            <a:noAutofit/>
          </a:bodyPr>
          <a:lstStyle/>
          <a:p>
            <a:pPr>
              <a:lnSpc>
                <a:spcPct val="80000"/>
              </a:lnSpc>
              <a:spcBef>
                <a:spcPct val="0"/>
              </a:spcBef>
            </a:pPr>
            <a:r>
              <a:rPr lang="en-IN" sz="6000" b="1" dirty="0">
                <a:latin typeface="+mj-lt"/>
                <a:ea typeface="+mj-ea"/>
                <a:cs typeface="+mj-cs"/>
              </a:rPr>
              <a:t>What is a Database Model</a:t>
            </a:r>
          </a:p>
        </p:txBody>
      </p:sp>
    </p:spTree>
    <p:extLst>
      <p:ext uri="{BB962C8B-B14F-4D97-AF65-F5344CB8AC3E}">
        <p14:creationId xmlns:p14="http://schemas.microsoft.com/office/powerpoint/2010/main" val="3980665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5612" y="1447800"/>
            <a:ext cx="10820400" cy="4572000"/>
          </a:xfrm>
        </p:spPr>
        <p:txBody>
          <a:bodyPr>
            <a:normAutofit/>
          </a:bodyPr>
          <a:lstStyle/>
          <a:p>
            <a:pPr marL="0" indent="0">
              <a:buNone/>
            </a:pPr>
            <a:r>
              <a:rPr lang="en-IN" dirty="0"/>
              <a:t>There are many kinds of data models. Some of the most common ones include:</a:t>
            </a:r>
          </a:p>
          <a:p>
            <a:pPr marL="0" indent="0">
              <a:buNone/>
            </a:pPr>
            <a:endParaRPr lang="en-IN" dirty="0"/>
          </a:p>
          <a:p>
            <a:pPr>
              <a:buFont typeface="Wingdings" panose="05000000000000000000" pitchFamily="2" charset="2"/>
              <a:buChar char="Ø"/>
            </a:pPr>
            <a:r>
              <a:rPr lang="en-IN" sz="2400" dirty="0"/>
              <a:t>Hierarchical database model</a:t>
            </a:r>
          </a:p>
          <a:p>
            <a:pPr>
              <a:buFont typeface="Wingdings" panose="05000000000000000000" pitchFamily="2" charset="2"/>
              <a:buChar char="Ø"/>
            </a:pPr>
            <a:r>
              <a:rPr lang="en-IN" sz="2400" b="1" dirty="0"/>
              <a:t>Relational model</a:t>
            </a:r>
          </a:p>
          <a:p>
            <a:pPr>
              <a:buFont typeface="Wingdings" panose="05000000000000000000" pitchFamily="2" charset="2"/>
              <a:buChar char="Ø"/>
            </a:pPr>
            <a:r>
              <a:rPr lang="en-IN" sz="2400" dirty="0"/>
              <a:t>Network model</a:t>
            </a:r>
          </a:p>
          <a:p>
            <a:pPr>
              <a:buFont typeface="Wingdings" panose="05000000000000000000" pitchFamily="2" charset="2"/>
              <a:buChar char="Ø"/>
            </a:pPr>
            <a:r>
              <a:rPr lang="en-IN" sz="2400" dirty="0"/>
              <a:t>Object-oriented database model</a:t>
            </a:r>
          </a:p>
          <a:p>
            <a:pPr>
              <a:buFont typeface="Wingdings" panose="05000000000000000000" pitchFamily="2" charset="2"/>
              <a:buChar char="Ø"/>
            </a:pPr>
            <a:r>
              <a:rPr lang="en-US" sz="2400" dirty="0"/>
              <a:t>No-SQL database model</a:t>
            </a:r>
            <a:endParaRPr lang="en-IN" sz="2400" dirty="0"/>
          </a:p>
        </p:txBody>
      </p:sp>
      <p:sp>
        <p:nvSpPr>
          <p:cNvPr id="4" name="Rectangle 3"/>
          <p:cNvSpPr/>
          <p:nvPr/>
        </p:nvSpPr>
        <p:spPr>
          <a:xfrm>
            <a:off x="0" y="8709"/>
            <a:ext cx="9385775" cy="849463"/>
          </a:xfrm>
          <a:prstGeom prst="rect">
            <a:avLst/>
          </a:prstGeom>
        </p:spPr>
        <p:txBody>
          <a:bodyPr vert="horz" lIns="121899" tIns="60949" rIns="121899" bIns="60949" rtlCol="0" anchor="b">
            <a:noAutofit/>
          </a:bodyPr>
          <a:lstStyle/>
          <a:p>
            <a:pPr>
              <a:lnSpc>
                <a:spcPct val="80000"/>
              </a:lnSpc>
              <a:spcBef>
                <a:spcPct val="0"/>
              </a:spcBef>
            </a:pPr>
            <a:r>
              <a:rPr lang="en-IN" sz="6000" b="1" dirty="0">
                <a:latin typeface="+mj-lt"/>
                <a:ea typeface="+mj-ea"/>
                <a:cs typeface="+mj-cs"/>
              </a:rPr>
              <a:t>Types of database models</a:t>
            </a:r>
          </a:p>
        </p:txBody>
      </p:sp>
    </p:spTree>
    <p:extLst>
      <p:ext uri="{BB962C8B-B14F-4D97-AF65-F5344CB8AC3E}">
        <p14:creationId xmlns:p14="http://schemas.microsoft.com/office/powerpoint/2010/main" val="2490618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812" y="2559148"/>
            <a:ext cx="10668000" cy="5136444"/>
          </a:xfrm>
          <a:prstGeom prst="rect">
            <a:avLst/>
          </a:prstGeom>
        </p:spPr>
      </p:pic>
      <p:sp>
        <p:nvSpPr>
          <p:cNvPr id="3" name="Content Placeholder 2"/>
          <p:cNvSpPr>
            <a:spLocks noGrp="1"/>
          </p:cNvSpPr>
          <p:nvPr>
            <p:ph sz="half" idx="1"/>
          </p:nvPr>
        </p:nvSpPr>
        <p:spPr>
          <a:xfrm>
            <a:off x="1065212" y="958948"/>
            <a:ext cx="10820400" cy="1600200"/>
          </a:xfrm>
        </p:spPr>
        <p:txBody>
          <a:bodyPr>
            <a:normAutofit/>
          </a:bodyPr>
          <a:lstStyle/>
          <a:p>
            <a:pPr>
              <a:buFont typeface="Wingdings" panose="05000000000000000000" pitchFamily="2" charset="2"/>
              <a:buChar char="Ø"/>
            </a:pPr>
            <a:r>
              <a:rPr lang="en-IN" b="1" i="1" dirty="0"/>
              <a:t>Hierarchical database model</a:t>
            </a:r>
          </a:p>
          <a:p>
            <a:pPr marL="0" indent="0">
              <a:buNone/>
            </a:pPr>
            <a:r>
              <a:rPr lang="en-IN" dirty="0"/>
              <a:t>	The hierarchical model organizes data into a tree-like structure, where each record has a single parent or root.</a:t>
            </a:r>
          </a:p>
        </p:txBody>
      </p:sp>
      <p:sp>
        <p:nvSpPr>
          <p:cNvPr id="4" name="Rectangle 3"/>
          <p:cNvSpPr/>
          <p:nvPr/>
        </p:nvSpPr>
        <p:spPr>
          <a:xfrm>
            <a:off x="0" y="8709"/>
            <a:ext cx="9385775" cy="849463"/>
          </a:xfrm>
          <a:prstGeom prst="rect">
            <a:avLst/>
          </a:prstGeom>
        </p:spPr>
        <p:txBody>
          <a:bodyPr vert="horz" lIns="121899" tIns="60949" rIns="121899" bIns="60949" rtlCol="0" anchor="b">
            <a:noAutofit/>
          </a:bodyPr>
          <a:lstStyle/>
          <a:p>
            <a:pPr>
              <a:lnSpc>
                <a:spcPct val="80000"/>
              </a:lnSpc>
              <a:spcBef>
                <a:spcPct val="0"/>
              </a:spcBef>
            </a:pPr>
            <a:r>
              <a:rPr lang="en-IN" sz="6000" b="1" dirty="0">
                <a:latin typeface="+mj-lt"/>
                <a:ea typeface="+mj-ea"/>
                <a:cs typeface="+mj-cs"/>
              </a:rPr>
              <a:t>Types of database models</a:t>
            </a:r>
          </a:p>
        </p:txBody>
      </p:sp>
    </p:spTree>
    <p:extLst>
      <p:ext uri="{BB962C8B-B14F-4D97-AF65-F5344CB8AC3E}">
        <p14:creationId xmlns:p14="http://schemas.microsoft.com/office/powerpoint/2010/main" val="3353576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65212" y="958948"/>
            <a:ext cx="10820400" cy="1600200"/>
          </a:xfrm>
        </p:spPr>
        <p:txBody>
          <a:bodyPr>
            <a:normAutofit/>
          </a:bodyPr>
          <a:lstStyle/>
          <a:p>
            <a:pPr>
              <a:buFont typeface="Wingdings" panose="05000000000000000000" pitchFamily="2" charset="2"/>
              <a:buChar char="Ø"/>
            </a:pPr>
            <a:r>
              <a:rPr lang="en-IN" b="1" i="1" dirty="0"/>
              <a:t>Relational database model</a:t>
            </a:r>
          </a:p>
          <a:p>
            <a:pPr marL="0" indent="0">
              <a:buNone/>
            </a:pPr>
            <a:r>
              <a:rPr lang="en-IN" dirty="0"/>
              <a:t>	The relational model sorts data into tables, also known as relations, each of which consists of columns and rows.</a:t>
            </a:r>
          </a:p>
        </p:txBody>
      </p:sp>
      <p:sp>
        <p:nvSpPr>
          <p:cNvPr id="4" name="Rectangle 3"/>
          <p:cNvSpPr/>
          <p:nvPr/>
        </p:nvSpPr>
        <p:spPr>
          <a:xfrm>
            <a:off x="0" y="8709"/>
            <a:ext cx="9385775" cy="849463"/>
          </a:xfrm>
          <a:prstGeom prst="rect">
            <a:avLst/>
          </a:prstGeom>
        </p:spPr>
        <p:txBody>
          <a:bodyPr vert="horz" lIns="121899" tIns="60949" rIns="121899" bIns="60949" rtlCol="0" anchor="b">
            <a:noAutofit/>
          </a:bodyPr>
          <a:lstStyle/>
          <a:p>
            <a:pPr>
              <a:lnSpc>
                <a:spcPct val="80000"/>
              </a:lnSpc>
              <a:spcBef>
                <a:spcPct val="0"/>
              </a:spcBef>
            </a:pPr>
            <a:r>
              <a:rPr lang="en-IN" sz="6000" b="1" dirty="0">
                <a:latin typeface="+mj-lt"/>
                <a:ea typeface="+mj-ea"/>
                <a:cs typeface="+mj-cs"/>
              </a:rPr>
              <a:t>Types of database models</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7612" y="2530845"/>
            <a:ext cx="8937867" cy="4260978"/>
          </a:xfrm>
          <a:prstGeom prst="rect">
            <a:avLst/>
          </a:prstGeom>
        </p:spPr>
      </p:pic>
    </p:spTree>
    <p:extLst>
      <p:ext uri="{BB962C8B-B14F-4D97-AF65-F5344CB8AC3E}">
        <p14:creationId xmlns:p14="http://schemas.microsoft.com/office/powerpoint/2010/main" val="2247618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65212" y="958948"/>
            <a:ext cx="10820400" cy="1600200"/>
          </a:xfrm>
        </p:spPr>
        <p:txBody>
          <a:bodyPr>
            <a:normAutofit fontScale="92500" lnSpcReduction="20000"/>
          </a:bodyPr>
          <a:lstStyle/>
          <a:p>
            <a:pPr>
              <a:buFont typeface="Wingdings" panose="05000000000000000000" pitchFamily="2" charset="2"/>
              <a:buChar char="Ø"/>
            </a:pPr>
            <a:r>
              <a:rPr lang="en-IN" b="1" i="1" dirty="0"/>
              <a:t>Network</a:t>
            </a:r>
            <a:r>
              <a:rPr lang="en-IN" dirty="0"/>
              <a:t> </a:t>
            </a:r>
            <a:r>
              <a:rPr lang="en-IN" b="1" i="1" dirty="0"/>
              <a:t>database model</a:t>
            </a:r>
          </a:p>
          <a:p>
            <a:pPr marL="0" indent="0">
              <a:buNone/>
            </a:pPr>
            <a:r>
              <a:rPr lang="en-IN" dirty="0"/>
              <a:t>	</a:t>
            </a:r>
            <a:r>
              <a:rPr lang="en-IN" sz="3000" dirty="0"/>
              <a:t>It builds on the hierarchical model by allowing many-to-many relationships between linked records, implying multiple parent records. Based on mathematical set theory.</a:t>
            </a:r>
          </a:p>
        </p:txBody>
      </p:sp>
      <p:sp>
        <p:nvSpPr>
          <p:cNvPr id="4" name="Rectangle 3"/>
          <p:cNvSpPr/>
          <p:nvPr/>
        </p:nvSpPr>
        <p:spPr>
          <a:xfrm>
            <a:off x="0" y="8709"/>
            <a:ext cx="9385775" cy="849463"/>
          </a:xfrm>
          <a:prstGeom prst="rect">
            <a:avLst/>
          </a:prstGeom>
        </p:spPr>
        <p:txBody>
          <a:bodyPr vert="horz" lIns="121899" tIns="60949" rIns="121899" bIns="60949" rtlCol="0" anchor="b">
            <a:noAutofit/>
          </a:bodyPr>
          <a:lstStyle/>
          <a:p>
            <a:pPr>
              <a:lnSpc>
                <a:spcPct val="80000"/>
              </a:lnSpc>
              <a:spcBef>
                <a:spcPct val="0"/>
              </a:spcBef>
            </a:pPr>
            <a:r>
              <a:rPr lang="en-IN" sz="6000" b="1" dirty="0">
                <a:latin typeface="+mj-lt"/>
                <a:ea typeface="+mj-ea"/>
                <a:cs typeface="+mj-cs"/>
              </a:rPr>
              <a:t>Types of database models</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612" y="2514600"/>
            <a:ext cx="10058400" cy="4343400"/>
          </a:xfrm>
          <a:prstGeom prst="rect">
            <a:avLst/>
          </a:prstGeom>
        </p:spPr>
      </p:pic>
    </p:spTree>
    <p:extLst>
      <p:ext uri="{BB962C8B-B14F-4D97-AF65-F5344CB8AC3E}">
        <p14:creationId xmlns:p14="http://schemas.microsoft.com/office/powerpoint/2010/main" val="2160197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65212" y="958948"/>
            <a:ext cx="10820400" cy="1600200"/>
          </a:xfrm>
        </p:spPr>
        <p:txBody>
          <a:bodyPr>
            <a:normAutofit/>
          </a:bodyPr>
          <a:lstStyle/>
          <a:p>
            <a:pPr>
              <a:buFont typeface="Wingdings" panose="05000000000000000000" pitchFamily="2" charset="2"/>
              <a:buChar char="Ø"/>
            </a:pPr>
            <a:r>
              <a:rPr lang="en-IN" b="1" dirty="0"/>
              <a:t>Object-oriented</a:t>
            </a:r>
            <a:r>
              <a:rPr lang="en-IN" dirty="0"/>
              <a:t> </a:t>
            </a:r>
            <a:r>
              <a:rPr lang="en-IN" b="1" i="1" dirty="0"/>
              <a:t>database model</a:t>
            </a:r>
          </a:p>
          <a:p>
            <a:pPr marL="0" indent="0">
              <a:buNone/>
            </a:pPr>
            <a:r>
              <a:rPr lang="en-IN" dirty="0"/>
              <a:t>	This model defines a database as a collection of objects, or reusable software elements, with associated features and methods.</a:t>
            </a:r>
          </a:p>
        </p:txBody>
      </p:sp>
      <p:sp>
        <p:nvSpPr>
          <p:cNvPr id="4" name="Rectangle 3"/>
          <p:cNvSpPr/>
          <p:nvPr/>
        </p:nvSpPr>
        <p:spPr>
          <a:xfrm>
            <a:off x="0" y="8709"/>
            <a:ext cx="9385775" cy="849463"/>
          </a:xfrm>
          <a:prstGeom prst="rect">
            <a:avLst/>
          </a:prstGeom>
        </p:spPr>
        <p:txBody>
          <a:bodyPr vert="horz" lIns="121899" tIns="60949" rIns="121899" bIns="60949" rtlCol="0" anchor="b">
            <a:noAutofit/>
          </a:bodyPr>
          <a:lstStyle/>
          <a:p>
            <a:pPr>
              <a:lnSpc>
                <a:spcPct val="80000"/>
              </a:lnSpc>
              <a:spcBef>
                <a:spcPct val="0"/>
              </a:spcBef>
            </a:pPr>
            <a:r>
              <a:rPr lang="en-IN" sz="6000" b="1" dirty="0">
                <a:latin typeface="+mj-lt"/>
                <a:ea typeface="+mj-ea"/>
                <a:cs typeface="+mj-cs"/>
              </a:rPr>
              <a:t>Types of database models</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012" y="2489510"/>
            <a:ext cx="11125200" cy="4381553"/>
          </a:xfrm>
          <a:prstGeom prst="rect">
            <a:avLst/>
          </a:prstGeom>
        </p:spPr>
      </p:pic>
    </p:spTree>
    <p:extLst>
      <p:ext uri="{BB962C8B-B14F-4D97-AF65-F5344CB8AC3E}">
        <p14:creationId xmlns:p14="http://schemas.microsoft.com/office/powerpoint/2010/main" val="1953407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65212" y="958948"/>
            <a:ext cx="10820400" cy="1600200"/>
          </a:xfrm>
        </p:spPr>
        <p:txBody>
          <a:bodyPr>
            <a:normAutofit/>
          </a:bodyPr>
          <a:lstStyle/>
          <a:p>
            <a:pPr>
              <a:buFont typeface="Wingdings" panose="05000000000000000000" pitchFamily="2" charset="2"/>
              <a:buChar char="Ø"/>
            </a:pPr>
            <a:r>
              <a:rPr lang="en-IN" b="1" i="1" dirty="0"/>
              <a:t>NoSQL</a:t>
            </a:r>
            <a:r>
              <a:rPr lang="en-IN" dirty="0"/>
              <a:t>  </a:t>
            </a:r>
            <a:r>
              <a:rPr lang="en-IN" b="1" i="1" dirty="0"/>
              <a:t>database model</a:t>
            </a:r>
          </a:p>
          <a:p>
            <a:pPr marL="0" indent="0">
              <a:buNone/>
            </a:pPr>
            <a:r>
              <a:rPr lang="en-IN" dirty="0"/>
              <a:t>	</a:t>
            </a:r>
          </a:p>
        </p:txBody>
      </p:sp>
      <p:sp>
        <p:nvSpPr>
          <p:cNvPr id="4" name="Rectangle 3"/>
          <p:cNvSpPr/>
          <p:nvPr/>
        </p:nvSpPr>
        <p:spPr>
          <a:xfrm>
            <a:off x="0" y="8709"/>
            <a:ext cx="9385775" cy="849463"/>
          </a:xfrm>
          <a:prstGeom prst="rect">
            <a:avLst/>
          </a:prstGeom>
        </p:spPr>
        <p:txBody>
          <a:bodyPr vert="horz" lIns="121899" tIns="60949" rIns="121899" bIns="60949" rtlCol="0" anchor="b">
            <a:noAutofit/>
          </a:bodyPr>
          <a:lstStyle/>
          <a:p>
            <a:pPr>
              <a:lnSpc>
                <a:spcPct val="80000"/>
              </a:lnSpc>
              <a:spcBef>
                <a:spcPct val="0"/>
              </a:spcBef>
            </a:pPr>
            <a:r>
              <a:rPr lang="en-IN" sz="6000" b="1" dirty="0">
                <a:latin typeface="+mj-lt"/>
                <a:ea typeface="+mj-ea"/>
                <a:cs typeface="+mj-cs"/>
              </a:rPr>
              <a:t>Types of database models</a:t>
            </a:r>
          </a:p>
        </p:txBody>
      </p:sp>
      <p:sp>
        <p:nvSpPr>
          <p:cNvPr id="5" name="Rectangle 4"/>
          <p:cNvSpPr/>
          <p:nvPr/>
        </p:nvSpPr>
        <p:spPr>
          <a:xfrm>
            <a:off x="531812" y="1728946"/>
            <a:ext cx="10744200" cy="4524315"/>
          </a:xfrm>
          <a:prstGeom prst="rect">
            <a:avLst/>
          </a:prstGeom>
        </p:spPr>
        <p:txBody>
          <a:bodyPr wrap="square">
            <a:spAutoFit/>
          </a:bodyPr>
          <a:lstStyle/>
          <a:p>
            <a:r>
              <a:rPr lang="en-IN" dirty="0"/>
              <a:t>In addition to the object database model, other non-SQL models have emerged in contrast to the relational model:</a:t>
            </a:r>
          </a:p>
          <a:p>
            <a:endParaRPr lang="en-IN" dirty="0"/>
          </a:p>
          <a:p>
            <a:r>
              <a:rPr lang="en-IN" b="1" i="1" dirty="0"/>
              <a:t>The graph database model, </a:t>
            </a:r>
            <a:r>
              <a:rPr lang="en-IN" dirty="0"/>
              <a:t>which is even more flexible than a network model, allowing any node to connect with any other.</a:t>
            </a:r>
          </a:p>
          <a:p>
            <a:endParaRPr lang="en-IN" dirty="0"/>
          </a:p>
          <a:p>
            <a:r>
              <a:rPr lang="en-IN" b="1" i="1" dirty="0"/>
              <a:t>The </a:t>
            </a:r>
            <a:r>
              <a:rPr lang="en-IN" b="1" i="1" dirty="0" err="1"/>
              <a:t>multivalue</a:t>
            </a:r>
            <a:r>
              <a:rPr lang="en-IN" b="1" i="1" dirty="0"/>
              <a:t> model, </a:t>
            </a:r>
            <a:r>
              <a:rPr lang="en-IN" dirty="0"/>
              <a:t>which breaks from the relational model by allowing attributes to contain a list of data rather than a single data point.</a:t>
            </a:r>
          </a:p>
          <a:p>
            <a:endParaRPr lang="en-IN" dirty="0"/>
          </a:p>
          <a:p>
            <a:r>
              <a:rPr lang="en-IN" b="1" i="1" dirty="0"/>
              <a:t>The document model</a:t>
            </a:r>
            <a:r>
              <a:rPr lang="en-IN" dirty="0"/>
              <a:t>, which is designed for storing and managing documents or semi-structured data, rather than atomic data.</a:t>
            </a:r>
          </a:p>
          <a:p>
            <a:endParaRPr lang="en-IN" dirty="0"/>
          </a:p>
        </p:txBody>
      </p:sp>
    </p:spTree>
    <p:extLst>
      <p:ext uri="{BB962C8B-B14F-4D97-AF65-F5344CB8AC3E}">
        <p14:creationId xmlns:p14="http://schemas.microsoft.com/office/powerpoint/2010/main" val="1160722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8012" y="685800"/>
            <a:ext cx="10706100" cy="5886450"/>
          </a:xfrm>
          <a:prstGeom prst="rect">
            <a:avLst/>
          </a:prstGeom>
          <a:ln>
            <a:noFill/>
          </a:ln>
          <a:effectLst>
            <a:softEdge rad="112500"/>
          </a:effectLst>
        </p:spPr>
      </p:pic>
      <p:sp>
        <p:nvSpPr>
          <p:cNvPr id="3" name="Rectangle 2"/>
          <p:cNvSpPr/>
          <p:nvPr/>
        </p:nvSpPr>
        <p:spPr>
          <a:xfrm>
            <a:off x="-29891" y="89263"/>
            <a:ext cx="9967280" cy="849463"/>
          </a:xfrm>
          <a:prstGeom prst="rect">
            <a:avLst/>
          </a:prstGeom>
        </p:spPr>
        <p:txBody>
          <a:bodyPr vert="horz" lIns="121899" tIns="60949" rIns="121899" bIns="60949" rtlCol="0" anchor="b">
            <a:noAutofit/>
          </a:bodyPr>
          <a:lstStyle/>
          <a:p>
            <a:pPr>
              <a:lnSpc>
                <a:spcPct val="80000"/>
              </a:lnSpc>
              <a:spcBef>
                <a:spcPct val="0"/>
              </a:spcBef>
            </a:pPr>
            <a:r>
              <a:rPr lang="en-US" sz="6000" b="1" dirty="0">
                <a:latin typeface="+mj-lt"/>
                <a:ea typeface="+mj-ea"/>
                <a:cs typeface="+mj-cs"/>
              </a:rPr>
              <a:t>Things you do with RDBMS</a:t>
            </a:r>
          </a:p>
        </p:txBody>
      </p:sp>
    </p:spTree>
    <p:extLst>
      <p:ext uri="{BB962C8B-B14F-4D97-AF65-F5344CB8AC3E}">
        <p14:creationId xmlns:p14="http://schemas.microsoft.com/office/powerpoint/2010/main" val="2891628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7714" y="13063"/>
            <a:ext cx="12294071" cy="849463"/>
          </a:xfrm>
          <a:prstGeom prst="rect">
            <a:avLst/>
          </a:prstGeom>
        </p:spPr>
        <p:txBody>
          <a:bodyPr vert="horz" lIns="121899" tIns="60949" rIns="121899" bIns="60949" rtlCol="0" anchor="b">
            <a:noAutofit/>
          </a:bodyPr>
          <a:lstStyle/>
          <a:p>
            <a:pPr>
              <a:lnSpc>
                <a:spcPct val="80000"/>
              </a:lnSpc>
              <a:spcBef>
                <a:spcPct val="0"/>
              </a:spcBef>
            </a:pPr>
            <a:r>
              <a:rPr lang="en-US" sz="6000" b="1" dirty="0">
                <a:latin typeface="+mj-lt"/>
                <a:ea typeface="+mj-ea"/>
                <a:cs typeface="+mj-cs"/>
              </a:rPr>
              <a:t>Relational Database Terminology</a:t>
            </a:r>
          </a:p>
        </p:txBody>
      </p:sp>
      <p:sp>
        <p:nvSpPr>
          <p:cNvPr id="6" name="Rectangle 5"/>
          <p:cNvSpPr/>
          <p:nvPr/>
        </p:nvSpPr>
        <p:spPr>
          <a:xfrm>
            <a:off x="213821" y="1371600"/>
            <a:ext cx="11811000" cy="6001643"/>
          </a:xfrm>
          <a:prstGeom prst="rect">
            <a:avLst/>
          </a:prstGeom>
        </p:spPr>
        <p:txBody>
          <a:bodyPr wrap="square">
            <a:spAutoFit/>
          </a:bodyPr>
          <a:lstStyle/>
          <a:p>
            <a:pPr marL="342900" indent="-342900">
              <a:buFont typeface="Wingdings" panose="05000000000000000000" pitchFamily="2" charset="2"/>
              <a:buChar char="Ø"/>
            </a:pPr>
            <a:r>
              <a:rPr lang="en-IN" b="1" i="1" dirty="0"/>
              <a:t>Database</a:t>
            </a:r>
          </a:p>
          <a:p>
            <a:r>
              <a:rPr lang="en-IN" dirty="0"/>
              <a:t>	A database is a named collection of tables. (see table). A database can also contain views, indexes, sequences, data types, operators, and functions. </a:t>
            </a:r>
          </a:p>
          <a:p>
            <a:endParaRPr lang="en-IN" b="1" i="1" dirty="0"/>
          </a:p>
          <a:p>
            <a:pPr marL="342900" indent="-342900">
              <a:buFont typeface="Wingdings" panose="05000000000000000000" pitchFamily="2" charset="2"/>
              <a:buChar char="Ø"/>
            </a:pPr>
            <a:r>
              <a:rPr lang="en-IN" b="1" i="1" dirty="0"/>
              <a:t>Command</a:t>
            </a:r>
          </a:p>
          <a:p>
            <a:r>
              <a:rPr lang="en-IN" dirty="0"/>
              <a:t>	A command is a string that you send to the server in hopes of having the server do something useful. Some people use the word statement to mean command. </a:t>
            </a:r>
          </a:p>
          <a:p>
            <a:endParaRPr lang="en-IN" dirty="0"/>
          </a:p>
          <a:p>
            <a:pPr marL="342900" indent="-342900">
              <a:buFont typeface="Wingdings" panose="05000000000000000000" pitchFamily="2" charset="2"/>
              <a:buChar char="Ø"/>
            </a:pPr>
            <a:r>
              <a:rPr lang="en-IN" b="1" i="1" dirty="0"/>
              <a:t>Query</a:t>
            </a:r>
          </a:p>
          <a:p>
            <a:r>
              <a:rPr lang="en-IN" dirty="0"/>
              <a:t>	A query is a type of command that retrieves data from the server.</a:t>
            </a:r>
          </a:p>
          <a:p>
            <a:endParaRPr lang="en-US" dirty="0"/>
          </a:p>
          <a:p>
            <a:pPr marL="342900" indent="-342900">
              <a:buFont typeface="Wingdings" panose="05000000000000000000" pitchFamily="2" charset="2"/>
              <a:buChar char="Ø"/>
            </a:pPr>
            <a:r>
              <a:rPr lang="en-IN" b="1" i="1" dirty="0"/>
              <a:t>Normalization</a:t>
            </a:r>
            <a:r>
              <a:rPr lang="en-IN" dirty="0"/>
              <a:t> </a:t>
            </a:r>
          </a:p>
          <a:p>
            <a:r>
              <a:rPr lang="en-IN"/>
              <a:t>	Is</a:t>
            </a:r>
            <a:r>
              <a:rPr lang="en-IN" dirty="0"/>
              <a:t> the process of organizing data into a </a:t>
            </a:r>
            <a:r>
              <a:rPr lang="en-IN"/>
              <a:t>related table, </a:t>
            </a:r>
            <a:r>
              <a:rPr lang="en-IN" dirty="0"/>
              <a:t>it also eliminates redundancy and increases the integrity which improves performance of the query.</a:t>
            </a:r>
          </a:p>
          <a:p>
            <a:endParaRPr lang="en-IN" dirty="0"/>
          </a:p>
          <a:p>
            <a:endParaRPr lang="en-IN" dirty="0"/>
          </a:p>
        </p:txBody>
      </p:sp>
    </p:spTree>
    <p:extLst>
      <p:ext uri="{BB962C8B-B14F-4D97-AF65-F5344CB8AC3E}">
        <p14:creationId xmlns:p14="http://schemas.microsoft.com/office/powerpoint/2010/main" val="2833839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7714" y="13063"/>
            <a:ext cx="12294071" cy="849463"/>
          </a:xfrm>
          <a:prstGeom prst="rect">
            <a:avLst/>
          </a:prstGeom>
        </p:spPr>
        <p:txBody>
          <a:bodyPr vert="horz" lIns="121899" tIns="60949" rIns="121899" bIns="60949" rtlCol="0" anchor="b">
            <a:noAutofit/>
          </a:bodyPr>
          <a:lstStyle/>
          <a:p>
            <a:pPr>
              <a:lnSpc>
                <a:spcPct val="80000"/>
              </a:lnSpc>
              <a:spcBef>
                <a:spcPct val="0"/>
              </a:spcBef>
            </a:pPr>
            <a:r>
              <a:rPr lang="en-US" sz="6000" b="1" dirty="0">
                <a:latin typeface="+mj-lt"/>
                <a:ea typeface="+mj-ea"/>
                <a:cs typeface="+mj-cs"/>
              </a:rPr>
              <a:t>Relational Database Terminology</a:t>
            </a:r>
          </a:p>
        </p:txBody>
      </p:sp>
      <p:sp>
        <p:nvSpPr>
          <p:cNvPr id="2" name="Rectangle 1"/>
          <p:cNvSpPr/>
          <p:nvPr/>
        </p:nvSpPr>
        <p:spPr>
          <a:xfrm>
            <a:off x="175721" y="1371600"/>
            <a:ext cx="11887200" cy="4893647"/>
          </a:xfrm>
          <a:prstGeom prst="rect">
            <a:avLst/>
          </a:prstGeom>
        </p:spPr>
        <p:txBody>
          <a:bodyPr wrap="square">
            <a:spAutoFit/>
          </a:bodyPr>
          <a:lstStyle/>
          <a:p>
            <a:pPr marL="342900" indent="-342900">
              <a:buFont typeface="Wingdings" panose="05000000000000000000" pitchFamily="2" charset="2"/>
              <a:buChar char="Ø"/>
            </a:pPr>
            <a:r>
              <a:rPr lang="en-IN" b="1" i="1" dirty="0"/>
              <a:t>Column (field, attribute)</a:t>
            </a:r>
          </a:p>
          <a:p>
            <a:r>
              <a:rPr lang="en-IN" dirty="0"/>
              <a:t>	A column is the smallest unit of storage in a relational database. A column represents one piece of information about an object. Every column has a name and a data type. Columns are grouped into rows, and rows are grouped into tables. </a:t>
            </a:r>
          </a:p>
          <a:p>
            <a:endParaRPr lang="en-IN" dirty="0"/>
          </a:p>
          <a:p>
            <a:pPr marL="342900" indent="-342900">
              <a:buFont typeface="Wingdings" panose="05000000000000000000" pitchFamily="2" charset="2"/>
              <a:buChar char="Ø"/>
            </a:pPr>
            <a:r>
              <a:rPr lang="en-IN" b="1" i="1" dirty="0"/>
              <a:t>Row (record, tuple)</a:t>
            </a:r>
          </a:p>
          <a:p>
            <a:r>
              <a:rPr lang="en-IN" dirty="0"/>
              <a:t>	A row is a collection of column values. Every row in a table has the same shape (in other words, every row is composed of the same set of columns). If you are trying to model a real-world application, a row represents a real-world object. For example, if you are running an auto dealership, you might have a vehicles table. Each row in the vehicles table represents a car (or truck, or motorcycle, and so on). The kinds of information that you store are the same for all vehicles (that is, every car has a </a:t>
            </a:r>
            <a:r>
              <a:rPr lang="en-IN" dirty="0" err="1"/>
              <a:t>color</a:t>
            </a:r>
            <a:r>
              <a:rPr lang="en-IN" dirty="0"/>
              <a:t>, a vehicle ID, an engine, and so on).</a:t>
            </a:r>
          </a:p>
        </p:txBody>
      </p:sp>
    </p:spTree>
    <p:extLst>
      <p:ext uri="{BB962C8B-B14F-4D97-AF65-F5344CB8AC3E}">
        <p14:creationId xmlns:p14="http://schemas.microsoft.com/office/powerpoint/2010/main" val="3327318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7714" y="13063"/>
            <a:ext cx="12294071" cy="849463"/>
          </a:xfrm>
          <a:prstGeom prst="rect">
            <a:avLst/>
          </a:prstGeom>
        </p:spPr>
        <p:txBody>
          <a:bodyPr vert="horz" lIns="121899" tIns="60949" rIns="121899" bIns="60949" rtlCol="0" anchor="b">
            <a:noAutofit/>
          </a:bodyPr>
          <a:lstStyle/>
          <a:p>
            <a:pPr>
              <a:lnSpc>
                <a:spcPct val="80000"/>
              </a:lnSpc>
              <a:spcBef>
                <a:spcPct val="0"/>
              </a:spcBef>
            </a:pPr>
            <a:r>
              <a:rPr lang="en-US" sz="6000" b="1" dirty="0">
                <a:latin typeface="+mj-lt"/>
                <a:ea typeface="+mj-ea"/>
                <a:cs typeface="+mj-cs"/>
              </a:rPr>
              <a:t>Relational Database Terminology</a:t>
            </a:r>
          </a:p>
        </p:txBody>
      </p:sp>
      <p:sp>
        <p:nvSpPr>
          <p:cNvPr id="4" name="Rectangle 3"/>
          <p:cNvSpPr/>
          <p:nvPr/>
        </p:nvSpPr>
        <p:spPr>
          <a:xfrm>
            <a:off x="366221" y="1676400"/>
            <a:ext cx="11506200" cy="3785652"/>
          </a:xfrm>
          <a:prstGeom prst="rect">
            <a:avLst/>
          </a:prstGeom>
        </p:spPr>
        <p:txBody>
          <a:bodyPr wrap="square">
            <a:spAutoFit/>
          </a:bodyPr>
          <a:lstStyle/>
          <a:p>
            <a:pPr marL="342900" indent="-342900">
              <a:buFont typeface="Wingdings" panose="05000000000000000000" pitchFamily="2" charset="2"/>
              <a:buChar char="Ø"/>
            </a:pPr>
            <a:r>
              <a:rPr lang="en-IN" b="1" i="1" dirty="0"/>
              <a:t>Client</a:t>
            </a:r>
          </a:p>
          <a:p>
            <a:r>
              <a:rPr lang="en-IN" dirty="0"/>
              <a:t>	A client is an application that makes requests of the Database server. </a:t>
            </a:r>
          </a:p>
          <a:p>
            <a:r>
              <a:rPr lang="en-IN" dirty="0"/>
              <a:t>Client applications provide a user interface and can be written in many languages.</a:t>
            </a:r>
          </a:p>
          <a:p>
            <a:r>
              <a:rPr lang="en-US" dirty="0" err="1"/>
              <a:t>Eg</a:t>
            </a:r>
            <a:r>
              <a:rPr lang="en-US" dirty="0"/>
              <a:t>. MySQL </a:t>
            </a:r>
            <a:r>
              <a:rPr lang="en-IN" dirty="0"/>
              <a:t>Workbench</a:t>
            </a:r>
            <a:r>
              <a:rPr lang="en-US" dirty="0"/>
              <a:t>,</a:t>
            </a:r>
            <a:r>
              <a:rPr lang="en-US" dirty="0" err="1"/>
              <a:t>PhpMyAdmin</a:t>
            </a:r>
            <a:endParaRPr lang="en-IN" dirty="0"/>
          </a:p>
          <a:p>
            <a:endParaRPr lang="en-IN" dirty="0"/>
          </a:p>
          <a:p>
            <a:pPr marL="342900" indent="-342900">
              <a:buFont typeface="Wingdings" panose="05000000000000000000" pitchFamily="2" charset="2"/>
              <a:buChar char="Ø"/>
            </a:pPr>
            <a:r>
              <a:rPr lang="en-IN" b="1" i="1" dirty="0"/>
              <a:t>Server</a:t>
            </a:r>
          </a:p>
          <a:p>
            <a:r>
              <a:rPr lang="en-IN" dirty="0"/>
              <a:t>	The </a:t>
            </a:r>
            <a:r>
              <a:rPr lang="en-IN" dirty="0" err="1"/>
              <a:t>MySQL,Oracle,PostgreSQL</a:t>
            </a:r>
            <a:r>
              <a:rPr lang="en-IN" dirty="0"/>
              <a:t> database server is a program that services commands coming from client applications. </a:t>
            </a:r>
          </a:p>
          <a:p>
            <a:r>
              <a:rPr lang="en-IN" dirty="0"/>
              <a:t>The Database server has no user </a:t>
            </a:r>
            <a:r>
              <a:rPr lang="en-IN" dirty="0" err="1"/>
              <a:t>interface?you</a:t>
            </a:r>
            <a:r>
              <a:rPr lang="en-IN" dirty="0"/>
              <a:t> can't talk to the server directly, you must use a client application.</a:t>
            </a:r>
          </a:p>
        </p:txBody>
      </p:sp>
    </p:spTree>
    <p:extLst>
      <p:ext uri="{BB962C8B-B14F-4D97-AF65-F5344CB8AC3E}">
        <p14:creationId xmlns:p14="http://schemas.microsoft.com/office/powerpoint/2010/main" val="3268597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7714" y="13063"/>
            <a:ext cx="12294071" cy="849463"/>
          </a:xfrm>
          <a:prstGeom prst="rect">
            <a:avLst/>
          </a:prstGeom>
        </p:spPr>
        <p:txBody>
          <a:bodyPr vert="horz" lIns="121899" tIns="60949" rIns="121899" bIns="60949" rtlCol="0" anchor="b">
            <a:noAutofit/>
          </a:bodyPr>
          <a:lstStyle/>
          <a:p>
            <a:pPr>
              <a:lnSpc>
                <a:spcPct val="80000"/>
              </a:lnSpc>
              <a:spcBef>
                <a:spcPct val="0"/>
              </a:spcBef>
            </a:pPr>
            <a:r>
              <a:rPr lang="en-US" sz="6000" b="1" dirty="0">
                <a:latin typeface="+mj-lt"/>
                <a:ea typeface="+mj-ea"/>
                <a:cs typeface="+mj-cs"/>
              </a:rPr>
              <a:t>Relational Database Terminology</a:t>
            </a:r>
          </a:p>
        </p:txBody>
      </p:sp>
      <p:sp>
        <p:nvSpPr>
          <p:cNvPr id="2" name="Rectangle 1"/>
          <p:cNvSpPr/>
          <p:nvPr/>
        </p:nvSpPr>
        <p:spPr>
          <a:xfrm>
            <a:off x="227012" y="1720840"/>
            <a:ext cx="11734800" cy="4524315"/>
          </a:xfrm>
          <a:prstGeom prst="rect">
            <a:avLst/>
          </a:prstGeom>
        </p:spPr>
        <p:txBody>
          <a:bodyPr wrap="square">
            <a:spAutoFit/>
          </a:bodyPr>
          <a:lstStyle/>
          <a:p>
            <a:pPr marL="342900" indent="-342900">
              <a:buFont typeface="Wingdings" panose="05000000000000000000" pitchFamily="2" charset="2"/>
              <a:buChar char="Ø"/>
            </a:pPr>
            <a:r>
              <a:rPr lang="en-IN" b="1" i="1" dirty="0"/>
              <a:t>foreign key</a:t>
            </a:r>
          </a:p>
          <a:p>
            <a:r>
              <a:rPr lang="en-IN" dirty="0"/>
              <a:t>	A foreign key is a column or a set of columns in a table whose values correspond to the values of the primary key in another table.</a:t>
            </a:r>
          </a:p>
          <a:p>
            <a:endParaRPr lang="en-IN" dirty="0"/>
          </a:p>
          <a:p>
            <a:pPr marL="342900" indent="-342900">
              <a:buFont typeface="Wingdings" panose="05000000000000000000" pitchFamily="2" charset="2"/>
              <a:buChar char="Ø"/>
            </a:pPr>
            <a:r>
              <a:rPr lang="en-IN" b="1" i="1" dirty="0"/>
              <a:t>primary key</a:t>
            </a:r>
          </a:p>
          <a:p>
            <a:r>
              <a:rPr lang="en-IN" dirty="0"/>
              <a:t>	A primary key is a column or a group of columns in a table that uniquely identifies the rows in that table.</a:t>
            </a:r>
          </a:p>
          <a:p>
            <a:endParaRPr lang="en-US" dirty="0"/>
          </a:p>
          <a:p>
            <a:pPr marL="342900" indent="-342900">
              <a:buFont typeface="Wingdings" panose="05000000000000000000" pitchFamily="2" charset="2"/>
              <a:buChar char="Ø"/>
            </a:pPr>
            <a:r>
              <a:rPr lang="en-IN" b="1" i="1" dirty="0"/>
              <a:t>Views</a:t>
            </a:r>
            <a:endParaRPr lang="en-US" b="1" i="1" dirty="0"/>
          </a:p>
          <a:p>
            <a:r>
              <a:rPr lang="en-IN" dirty="0"/>
              <a:t>	Views are virtual tables. They are only a structure, and contain no data. Their purpose is to allow a user to see a subset of the actual data. A view can consist of a subset of one table</a:t>
            </a:r>
          </a:p>
        </p:txBody>
      </p:sp>
    </p:spTree>
    <p:extLst>
      <p:ext uri="{BB962C8B-B14F-4D97-AF65-F5344CB8AC3E}">
        <p14:creationId xmlns:p14="http://schemas.microsoft.com/office/powerpoint/2010/main" val="2482272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0781" y="8709"/>
            <a:ext cx="12289605" cy="600891"/>
          </a:xfrm>
          <a:prstGeom prst="rect">
            <a:avLst/>
          </a:prstGeom>
        </p:spPr>
        <p:txBody>
          <a:bodyPr vert="horz" lIns="121899" tIns="60949" rIns="121899" bIns="60949" rtlCol="0" anchor="b">
            <a:noAutofit/>
          </a:bodyPr>
          <a:lstStyle/>
          <a:p>
            <a:pPr>
              <a:lnSpc>
                <a:spcPct val="80000"/>
              </a:lnSpc>
              <a:spcBef>
                <a:spcPct val="0"/>
              </a:spcBef>
            </a:pPr>
            <a:r>
              <a:rPr lang="en-IN" sz="3600" b="1" dirty="0">
                <a:latin typeface="+mj-lt"/>
                <a:ea typeface="+mj-ea"/>
                <a:cs typeface="+mj-cs"/>
              </a:rPr>
              <a:t>Introduction to SQL Getting Started with MySQL</a:t>
            </a:r>
            <a:endParaRPr lang="en-US" sz="3600" b="1" dirty="0">
              <a:latin typeface="+mj-lt"/>
              <a:ea typeface="+mj-ea"/>
              <a:cs typeface="+mj-cs"/>
            </a:endParaRPr>
          </a:p>
        </p:txBody>
      </p:sp>
      <p:sp>
        <p:nvSpPr>
          <p:cNvPr id="2" name="Rectangle 1"/>
          <p:cNvSpPr/>
          <p:nvPr/>
        </p:nvSpPr>
        <p:spPr>
          <a:xfrm>
            <a:off x="379412" y="1295400"/>
            <a:ext cx="11582400" cy="5262979"/>
          </a:xfrm>
          <a:prstGeom prst="rect">
            <a:avLst/>
          </a:prstGeom>
        </p:spPr>
        <p:txBody>
          <a:bodyPr wrap="square">
            <a:spAutoFit/>
          </a:bodyPr>
          <a:lstStyle/>
          <a:p>
            <a:r>
              <a:rPr lang="en-IN" b="1" i="1" dirty="0"/>
              <a:t>SQL Used for?</a:t>
            </a:r>
          </a:p>
          <a:p>
            <a:r>
              <a:rPr lang="en-IN" dirty="0"/>
              <a:t>Now that we understand what is SQL and how does it work, let’s try to see what SQL can do. </a:t>
            </a:r>
          </a:p>
          <a:p>
            <a:r>
              <a:rPr lang="en-IN" dirty="0"/>
              <a:t>This programming language has various uses for data analysts &amp; data science professionals. It is particularly helpful because it can:</a:t>
            </a:r>
          </a:p>
          <a:p>
            <a:endParaRPr lang="en-IN" dirty="0"/>
          </a:p>
          <a:p>
            <a:pPr marL="342900" indent="-342900">
              <a:buFont typeface="Wingdings" panose="05000000000000000000" pitchFamily="2" charset="2"/>
              <a:buChar char="v"/>
            </a:pPr>
            <a:r>
              <a:rPr lang="en-IN" dirty="0"/>
              <a:t>Execute queries against a database</a:t>
            </a:r>
          </a:p>
          <a:p>
            <a:pPr marL="342900" indent="-342900">
              <a:buFont typeface="Wingdings" panose="05000000000000000000" pitchFamily="2" charset="2"/>
              <a:buChar char="v"/>
            </a:pPr>
            <a:r>
              <a:rPr lang="en-IN" dirty="0"/>
              <a:t>Retrieve data from a database</a:t>
            </a:r>
          </a:p>
          <a:p>
            <a:pPr marL="342900" indent="-342900">
              <a:buFont typeface="Wingdings" panose="05000000000000000000" pitchFamily="2" charset="2"/>
              <a:buChar char="v"/>
            </a:pPr>
            <a:r>
              <a:rPr lang="en-IN" dirty="0"/>
              <a:t>Insert records into a database</a:t>
            </a:r>
          </a:p>
          <a:p>
            <a:pPr marL="342900" indent="-342900">
              <a:buFont typeface="Wingdings" panose="05000000000000000000" pitchFamily="2" charset="2"/>
              <a:buChar char="v"/>
            </a:pPr>
            <a:r>
              <a:rPr lang="en-IN" dirty="0"/>
              <a:t>Update records in a database</a:t>
            </a:r>
          </a:p>
          <a:p>
            <a:pPr marL="342900" indent="-342900">
              <a:buFont typeface="Wingdings" panose="05000000000000000000" pitchFamily="2" charset="2"/>
              <a:buChar char="v"/>
            </a:pPr>
            <a:r>
              <a:rPr lang="en-IN" dirty="0"/>
              <a:t>Delete records from a database</a:t>
            </a:r>
          </a:p>
          <a:p>
            <a:pPr marL="342900" indent="-342900">
              <a:buFont typeface="Wingdings" panose="05000000000000000000" pitchFamily="2" charset="2"/>
              <a:buChar char="v"/>
            </a:pPr>
            <a:r>
              <a:rPr lang="en-IN" dirty="0"/>
              <a:t>Create new databases, or new tables in a database</a:t>
            </a:r>
          </a:p>
          <a:p>
            <a:pPr marL="342900" indent="-342900">
              <a:buFont typeface="Wingdings" panose="05000000000000000000" pitchFamily="2" charset="2"/>
              <a:buChar char="v"/>
            </a:pPr>
            <a:r>
              <a:rPr lang="en-IN" dirty="0"/>
              <a:t>Create stored procedures &amp; views in a database</a:t>
            </a:r>
          </a:p>
          <a:p>
            <a:pPr marL="342900" indent="-342900">
              <a:buFont typeface="Wingdings" panose="05000000000000000000" pitchFamily="2" charset="2"/>
              <a:buChar char="v"/>
            </a:pPr>
            <a:r>
              <a:rPr lang="en-IN" dirty="0"/>
              <a:t>Set permissions on tables, procedures, and views</a:t>
            </a:r>
          </a:p>
        </p:txBody>
      </p:sp>
    </p:spTree>
    <p:extLst>
      <p:ext uri="{BB962C8B-B14F-4D97-AF65-F5344CB8AC3E}">
        <p14:creationId xmlns:p14="http://schemas.microsoft.com/office/powerpoint/2010/main" val="2227871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014" y="1"/>
            <a:ext cx="11885612" cy="762000"/>
          </a:xfrm>
          <a:prstGeom prst="rect">
            <a:avLst/>
          </a:prstGeom>
        </p:spPr>
        <p:txBody>
          <a:bodyPr vert="horz" lIns="121899" tIns="60949" rIns="121899" bIns="60949" rtlCol="0" anchor="b">
            <a:noAutofit/>
          </a:bodyPr>
          <a:lstStyle/>
          <a:p>
            <a:pPr>
              <a:buFont typeface="Wingdings" panose="05000000000000000000" pitchFamily="2" charset="2"/>
              <a:buChar char="Ø"/>
            </a:pPr>
            <a:r>
              <a:rPr lang="en-IN" sz="4400" b="1" dirty="0"/>
              <a:t>SQL Data Types important points</a:t>
            </a:r>
          </a:p>
        </p:txBody>
      </p:sp>
      <p:sp>
        <p:nvSpPr>
          <p:cNvPr id="3" name="Content Placeholder 2"/>
          <p:cNvSpPr>
            <a:spLocks noGrp="1"/>
          </p:cNvSpPr>
          <p:nvPr>
            <p:ph idx="1"/>
          </p:nvPr>
        </p:nvSpPr>
        <p:spPr>
          <a:xfrm>
            <a:off x="1096168" y="1143000"/>
            <a:ext cx="10560844" cy="5562600"/>
          </a:xfrm>
        </p:spPr>
        <p:txBody>
          <a:bodyPr vert="horz" lIns="121899" tIns="60949" rIns="121899" bIns="60949" rtlCol="0">
            <a:normAutofit fontScale="92500"/>
          </a:bodyPr>
          <a:lstStyle/>
          <a:p>
            <a:r>
              <a:rPr lang="en-IN" dirty="0"/>
              <a:t>Not all data types are supported by every relational database vendor. For example, Oracle database doesn’t support DATETIME and MySQL doesn’t support CLOB data type. So while designing database schema and writing SQL queries, make sure to check if the data types are supported or not.</a:t>
            </a:r>
          </a:p>
          <a:p>
            <a:r>
              <a:rPr lang="en-IN" dirty="0"/>
              <a:t>Data types listed here doesn’t include all the data types, these are the most popularly used data types. Some relational database vendors have their own data types that might be not listed here. For example, Microsoft SQL Server has money and </a:t>
            </a:r>
            <a:r>
              <a:rPr lang="en-IN" dirty="0" err="1"/>
              <a:t>smallmoney</a:t>
            </a:r>
            <a:r>
              <a:rPr lang="en-IN" dirty="0"/>
              <a:t> data types but since it’s not supported by other popular database vendors.</a:t>
            </a:r>
          </a:p>
          <a:p>
            <a:r>
              <a:rPr lang="en-IN" dirty="0"/>
              <a:t>Every relational database vendor has its own maximum size limit for different data types, you don’t need to remember the limit. Idea is to have the knowledge of what data type to be used in a specific scenario</a:t>
            </a:r>
          </a:p>
        </p:txBody>
      </p:sp>
    </p:spTree>
    <p:extLst>
      <p:ext uri="{BB962C8B-B14F-4D97-AF65-F5344CB8AC3E}">
        <p14:creationId xmlns:p14="http://schemas.microsoft.com/office/powerpoint/2010/main" val="2897100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6200"/>
            <a:ext cx="11885612" cy="762000"/>
          </a:xfrm>
          <a:prstGeom prst="rect">
            <a:avLst/>
          </a:prstGeom>
        </p:spPr>
        <p:txBody>
          <a:bodyPr vert="horz" lIns="121899" tIns="60949" rIns="121899" bIns="60949" rtlCol="0" anchor="b">
            <a:noAutofit/>
          </a:bodyPr>
          <a:lstStyle/>
          <a:p>
            <a:pPr>
              <a:lnSpc>
                <a:spcPct val="80000"/>
              </a:lnSpc>
              <a:spcBef>
                <a:spcPct val="0"/>
              </a:spcBef>
            </a:pPr>
            <a:r>
              <a:rPr lang="en-IN" sz="6000" b="1" dirty="0">
                <a:latin typeface="+mj-lt"/>
                <a:ea typeface="+mj-ea"/>
                <a:cs typeface="+mj-cs"/>
              </a:rPr>
              <a:t>SQL Command</a:t>
            </a:r>
          </a:p>
        </p:txBody>
      </p:sp>
      <p:sp>
        <p:nvSpPr>
          <p:cNvPr id="3" name="Content Placeholder 2"/>
          <p:cNvSpPr>
            <a:spLocks noGrp="1"/>
          </p:cNvSpPr>
          <p:nvPr>
            <p:ph idx="1"/>
          </p:nvPr>
        </p:nvSpPr>
        <p:spPr>
          <a:xfrm>
            <a:off x="687398" y="1752600"/>
            <a:ext cx="10560844" cy="3886200"/>
          </a:xfrm>
        </p:spPr>
        <p:txBody>
          <a:bodyPr vert="horz" lIns="121899" tIns="60949" rIns="121899" bIns="60949" rtlCol="0">
            <a:normAutofit lnSpcReduction="10000"/>
          </a:bodyPr>
          <a:lstStyle/>
          <a:p>
            <a:pPr>
              <a:buFont typeface="Wingdings" panose="05000000000000000000" pitchFamily="2" charset="2"/>
              <a:buChar char="Ø"/>
            </a:pPr>
            <a:r>
              <a:rPr lang="en-IN" b="1" i="1" dirty="0"/>
              <a:t>SQL defines following ways to manipulate data stored in an RDBMS.</a:t>
            </a:r>
          </a:p>
          <a:p>
            <a:pPr>
              <a:buFont typeface="Wingdings" panose="05000000000000000000" pitchFamily="2" charset="2"/>
              <a:buChar char="v"/>
            </a:pPr>
            <a:r>
              <a:rPr lang="en-IN" dirty="0"/>
              <a:t>DDL: Data Definition Language</a:t>
            </a:r>
          </a:p>
          <a:p>
            <a:pPr>
              <a:buFont typeface="Wingdings" panose="05000000000000000000" pitchFamily="2" charset="2"/>
              <a:buChar char="v"/>
            </a:pPr>
            <a:r>
              <a:rPr lang="en-IN" dirty="0"/>
              <a:t>DML: Data Manipulation Language</a:t>
            </a:r>
          </a:p>
          <a:p>
            <a:pPr>
              <a:buFont typeface="Wingdings" panose="05000000000000000000" pitchFamily="2" charset="2"/>
              <a:buChar char="v"/>
            </a:pPr>
            <a:r>
              <a:rPr lang="en-IN" dirty="0"/>
              <a:t>TCL: Transaction Control Language</a:t>
            </a:r>
          </a:p>
          <a:p>
            <a:pPr>
              <a:buFont typeface="Wingdings" panose="05000000000000000000" pitchFamily="2" charset="2"/>
              <a:buChar char="v"/>
            </a:pPr>
            <a:r>
              <a:rPr lang="en-IN" dirty="0"/>
              <a:t>DCL: Data Control Language</a:t>
            </a:r>
          </a:p>
          <a:p>
            <a:pPr>
              <a:buFont typeface="Wingdings" panose="05000000000000000000" pitchFamily="2" charset="2"/>
              <a:buChar char="v"/>
            </a:pPr>
            <a:r>
              <a:rPr lang="en-IN" dirty="0"/>
              <a:t>DQL: Data Query Language</a:t>
            </a:r>
          </a:p>
          <a:p>
            <a:endParaRPr lang="en-IN" dirty="0"/>
          </a:p>
        </p:txBody>
      </p:sp>
    </p:spTree>
    <p:extLst>
      <p:ext uri="{BB962C8B-B14F-4D97-AF65-F5344CB8AC3E}">
        <p14:creationId xmlns:p14="http://schemas.microsoft.com/office/powerpoint/2010/main" val="284336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2412" y="304800"/>
            <a:ext cx="9141619" cy="2105367"/>
          </a:xfrm>
        </p:spPr>
        <p:txBody>
          <a:bodyPr/>
          <a:lstStyle/>
          <a:p>
            <a:r>
              <a:rPr lang="en-US" dirty="0"/>
              <a:t>Thanks</a:t>
            </a:r>
          </a:p>
        </p:txBody>
      </p:sp>
      <p:sp>
        <p:nvSpPr>
          <p:cNvPr id="4" name="文本框 9"/>
          <p:cNvSpPr txBox="1">
            <a:spLocks noGrp="1"/>
          </p:cNvSpPr>
          <p:nvPr>
            <p:ph type="body" idx="1"/>
          </p:nvPr>
        </p:nvSpPr>
        <p:spPr>
          <a:xfrm>
            <a:off x="2436812" y="3124200"/>
            <a:ext cx="8610600" cy="1129518"/>
          </a:xfrm>
          <a:prstGeom prst="rect">
            <a:avLst/>
          </a:prstGeom>
        </p:spPr>
        <p:txBody>
          <a:bodyPr vert="horz" lIns="121899" tIns="60949" rIns="121899" bIns="60949" rtlCol="0" anchor="b">
            <a:normAutofit/>
          </a:bodyPr>
          <a:lstStyle/>
          <a:p>
            <a:r>
              <a:rPr lang="en-US" altLang="zh-CN" b="1" dirty="0">
                <a:sym typeface="Arial" panose="020B0604020202020204" pitchFamily="34" charset="0"/>
              </a:rPr>
              <a:t>Instructor: Anirudha Anil Gaikwad</a:t>
            </a:r>
          </a:p>
          <a:p>
            <a:pPr algn="ctr"/>
            <a:r>
              <a:rPr lang="en-IN" altLang="zh-CN" b="1" i="1" dirty="0">
                <a:sym typeface="Arial" panose="020B0604020202020204" pitchFamily="34" charset="0"/>
              </a:rPr>
              <a:t>https://github.com/anirudhagaikwad</a:t>
            </a:r>
            <a:r>
              <a:rPr lang="zh-CN" altLang="en-US" b="1" i="1" dirty="0">
                <a:sym typeface="Arial" panose="020B0604020202020204" pitchFamily="34" charset="0"/>
              </a:rPr>
              <a:t> </a:t>
            </a:r>
          </a:p>
        </p:txBody>
      </p:sp>
    </p:spTree>
    <p:extLst>
      <p:ext uri="{BB962C8B-B14F-4D97-AF65-F5344CB8AC3E}">
        <p14:creationId xmlns:p14="http://schemas.microsoft.com/office/powerpoint/2010/main" val="289063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ooking 16x9">
  <a:themeElements>
    <a:clrScheme name="Cooking_16x9">
      <a:dk1>
        <a:srgbClr val="000000"/>
      </a:dk1>
      <a:lt1>
        <a:sysClr val="window" lastClr="FFFFFF"/>
      </a:lt1>
      <a:dk2>
        <a:srgbClr val="7F7F7F"/>
      </a:dk2>
      <a:lt2>
        <a:srgbClr val="E6E6E6"/>
      </a:lt2>
      <a:accent1>
        <a:srgbClr val="89C01C"/>
      </a:accent1>
      <a:accent2>
        <a:srgbClr val="FCB22C"/>
      </a:accent2>
      <a:accent3>
        <a:srgbClr val="FE750E"/>
      </a:accent3>
      <a:accent4>
        <a:srgbClr val="F23610"/>
      </a:accent4>
      <a:accent5>
        <a:srgbClr val="7C283A"/>
      </a:accent5>
      <a:accent6>
        <a:srgbClr val="3E7520"/>
      </a:accent6>
      <a:hlink>
        <a:srgbClr val="89C01C"/>
      </a:hlink>
      <a:folHlink>
        <a:srgbClr val="A6A6A6"/>
      </a:folHlink>
    </a:clrScheme>
    <a:fontScheme name="Constantia">
      <a:maj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1Subtle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gradFill rotWithShape="1">
          <a:gsLst>
            <a:gs pos="0">
              <a:schemeClr val="phClr">
                <a:tint val="50000"/>
                <a:satMod val="180000"/>
              </a:schemeClr>
            </a:gs>
            <a:gs pos="100000">
              <a:schemeClr val="phClr">
                <a:shade val="45000"/>
                <a:satMod val="120000"/>
              </a:schemeClr>
            </a:gs>
          </a:gsLst>
          <a:path path="circle">
            <a:fillToRect l="180000" t="50000" b="50000"/>
          </a:path>
        </a:gradFill>
      </a:bgFillStyleLst>
    </a:fmtScheme>
  </a:themeElements>
  <a:objectDefaults/>
  <a:extraClrSchemeLst/>
  <a:extLst>
    <a:ext uri="{05A4C25C-085E-4340-85A3-A5531E510DB2}">
      <thm15:themeFamily xmlns:thm15="http://schemas.microsoft.com/office/thememl/2012/main" name="Fresh food presentation (widescreen).potx" id="{63DD3034-9CB5-4B6F-BCA0-530A5E267AB2}" vid="{9783A5E3-1DF2-4F3C-8902-0C2EB8A188D6}"/>
    </a:ext>
  </a:extLst>
</a:theme>
</file>

<file path=ppt/theme/theme2.xml><?xml version="1.0" encoding="utf-8"?>
<a:theme xmlns:a="http://schemas.openxmlformats.org/drawingml/2006/main" name="Office Theme">
  <a:themeElements>
    <a:clrScheme name="Cooking_16x9">
      <a:dk1>
        <a:srgbClr val="000000"/>
      </a:dk1>
      <a:lt1>
        <a:sysClr val="window" lastClr="FFFFFF"/>
      </a:lt1>
      <a:dk2>
        <a:srgbClr val="7F7F7F"/>
      </a:dk2>
      <a:lt2>
        <a:srgbClr val="E6E6E6"/>
      </a:lt2>
      <a:accent1>
        <a:srgbClr val="89C01C"/>
      </a:accent1>
      <a:accent2>
        <a:srgbClr val="FCB22C"/>
      </a:accent2>
      <a:accent3>
        <a:srgbClr val="FE750E"/>
      </a:accent3>
      <a:accent4>
        <a:srgbClr val="F23610"/>
      </a:accent4>
      <a:accent5>
        <a:srgbClr val="7C283A"/>
      </a:accent5>
      <a:accent6>
        <a:srgbClr val="3E7520"/>
      </a:accent6>
      <a:hlink>
        <a:srgbClr val="89C01C"/>
      </a:hlink>
      <a:folHlink>
        <a:srgbClr val="A6A6A6"/>
      </a:folHlink>
    </a:clrScheme>
    <a:fontScheme name="Constantia">
      <a:maj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1Subtle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gradFill rotWithShape="1">
          <a:gsLst>
            <a:gs pos="0">
              <a:schemeClr val="phClr">
                <a:tint val="50000"/>
                <a:satMod val="180000"/>
              </a:schemeClr>
            </a:gs>
            <a:gs pos="100000">
              <a:schemeClr val="phClr">
                <a:shade val="45000"/>
                <a:satMod val="120000"/>
              </a:schemeClr>
            </a:gs>
          </a:gsLst>
          <a:path path="circle">
            <a:fillToRect l="180000" t="50000" b="50000"/>
          </a:path>
        </a:gradFill>
      </a:bgFillStyleLst>
    </a:fmtScheme>
  </a:themeElements>
  <a:objectDefaults/>
  <a:extraClrSchemeLst/>
</a:theme>
</file>

<file path=ppt/theme/theme3.xml><?xml version="1.0" encoding="utf-8"?>
<a:theme xmlns:a="http://schemas.openxmlformats.org/drawingml/2006/main" name="Office Theme">
  <a:themeElements>
    <a:clrScheme name="Cooking_16x9">
      <a:dk1>
        <a:srgbClr val="000000"/>
      </a:dk1>
      <a:lt1>
        <a:sysClr val="window" lastClr="FFFFFF"/>
      </a:lt1>
      <a:dk2>
        <a:srgbClr val="7F7F7F"/>
      </a:dk2>
      <a:lt2>
        <a:srgbClr val="E6E6E6"/>
      </a:lt2>
      <a:accent1>
        <a:srgbClr val="89C01C"/>
      </a:accent1>
      <a:accent2>
        <a:srgbClr val="FCB22C"/>
      </a:accent2>
      <a:accent3>
        <a:srgbClr val="FE750E"/>
      </a:accent3>
      <a:accent4>
        <a:srgbClr val="F23610"/>
      </a:accent4>
      <a:accent5>
        <a:srgbClr val="7C283A"/>
      </a:accent5>
      <a:accent6>
        <a:srgbClr val="3E7520"/>
      </a:accent6>
      <a:hlink>
        <a:srgbClr val="89C01C"/>
      </a:hlink>
      <a:folHlink>
        <a:srgbClr val="A6A6A6"/>
      </a:folHlink>
    </a:clrScheme>
    <a:fontScheme name="Constantia">
      <a:maj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1Subtle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gradFill rotWithShape="1">
          <a:gsLst>
            <a:gs pos="0">
              <a:schemeClr val="phClr">
                <a:tint val="50000"/>
                <a:satMod val="180000"/>
              </a:schemeClr>
            </a:gs>
            <a:gs pos="100000">
              <a:schemeClr val="phClr">
                <a:shade val="45000"/>
                <a:satMod val="120000"/>
              </a:schemeClr>
            </a:gs>
          </a:gsLst>
          <a:path path="circle">
            <a:fillToRect l="180000" t="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E700CCB-20BA-4760-AB9F-AC3B63ED32E0}">
  <ds:schemaRefs>
    <ds:schemaRef ds:uri="http://schemas.microsoft.com/office/infopath/2007/PartnerControls"/>
    <ds:schemaRef ds:uri="http://purl.org/dc/terms/"/>
    <ds:schemaRef ds:uri="http://www.w3.org/XML/1998/namespace"/>
    <ds:schemaRef ds:uri="a4f35948-e619-41b3-aa29-22878b09cfd2"/>
    <ds:schemaRef ds:uri="40262f94-9f35-4ac3-9a90-690165a166b7"/>
    <ds:schemaRef ds:uri="http://purl.org/dc/dcmitype/"/>
    <ds:schemaRef ds:uri="http://schemas.microsoft.com/office/2006/documentManagement/types"/>
    <ds:schemaRef ds:uri="http://purl.org/dc/elements/1.1/"/>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FB14945D-DABB-422F-9B28-D299995C922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08942AA-0721-4324-BC2C-A3CB43F24E7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Fresh food presentation (widescreen)</Template>
  <TotalTime>175</TotalTime>
  <Words>1323</Words>
  <Application>Microsoft Office PowerPoint</Application>
  <PresentationFormat>Custom</PresentationFormat>
  <Paragraphs>116</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Constantia</vt:lpstr>
      <vt:lpstr>Verdana</vt:lpstr>
      <vt:lpstr>Wingdings</vt:lpstr>
      <vt:lpstr>Cooking 16x9</vt:lpstr>
      <vt:lpstr>Database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Windows User</dc:creator>
  <cp:lastModifiedBy>Bahubali Kandale</cp:lastModifiedBy>
  <cp:revision>78</cp:revision>
  <dcterms:created xsi:type="dcterms:W3CDTF">2021-12-19T05:09:16Z</dcterms:created>
  <dcterms:modified xsi:type="dcterms:W3CDTF">2025-07-02T12:04:01Z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